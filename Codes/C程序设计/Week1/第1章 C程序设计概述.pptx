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 id="2147483666" r:id="rId2"/>
  </p:sldMasterIdLst>
  <p:notesMasterIdLst>
    <p:notesMasterId r:id="rId19"/>
  </p:notesMasterIdLst>
  <p:sldIdLst>
    <p:sldId id="320" r:id="rId3"/>
    <p:sldId id="322" r:id="rId4"/>
    <p:sldId id="321" r:id="rId5"/>
    <p:sldId id="318" r:id="rId6"/>
    <p:sldId id="256" r:id="rId7"/>
    <p:sldId id="258" r:id="rId8"/>
    <p:sldId id="275" r:id="rId9"/>
    <p:sldId id="276" r:id="rId10"/>
    <p:sldId id="281" r:id="rId11"/>
    <p:sldId id="294" r:id="rId12"/>
    <p:sldId id="300" r:id="rId13"/>
    <p:sldId id="312" r:id="rId14"/>
    <p:sldId id="316" r:id="rId15"/>
    <p:sldId id="305" r:id="rId16"/>
    <p:sldId id="307" r:id="rId17"/>
    <p:sldId id="315" r:id="rId18"/>
  </p:sldIdLst>
  <p:sldSz cx="9144000" cy="6858000" type="screen4x3"/>
  <p:notesSz cx="6858000" cy="9144000"/>
  <p:defaultTextStyle>
    <a:defPPr>
      <a:defRPr lang="zh-CN"/>
    </a:defPPr>
    <a:lvl1pPr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8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701"/>
    <a:srgbClr val="66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80103" autoAdjust="0"/>
  </p:normalViewPr>
  <p:slideViewPr>
    <p:cSldViewPr>
      <p:cViewPr varScale="1">
        <p:scale>
          <a:sx n="60" d="100"/>
          <a:sy n="60" d="100"/>
        </p:scale>
        <p:origin x="1458" y="45"/>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slide" Target="slides/slide8.xml"/><Relationship Id="rId1" Type="http://schemas.openxmlformats.org/officeDocument/2006/relationships/slide" Target="slides/slide7.xml"/><Relationship Id="rId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10342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0343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10343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smtClean="0">
                <a:latin typeface="Arial" panose="020B0604020202020204" pitchFamily="34" charset="0"/>
              </a:defRPr>
            </a:lvl1pPr>
          </a:lstStyle>
          <a:p>
            <a:pPr>
              <a:defRPr/>
            </a:pPr>
            <a:fld id="{82114763-6F7A-4DF4-95B2-4111B7D1C9D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p:cNvSpPr>
            <a:spLocks noGrp="1" noRot="1" noChangeAspect="1" noTextEdit="1"/>
          </p:cNvSpPr>
          <p:nvPr>
            <p:ph type="sldImg"/>
          </p:nvPr>
        </p:nvSpPr>
        <p:spPr>
          <a:ln/>
        </p:spPr>
      </p:sp>
      <p:sp>
        <p:nvSpPr>
          <p:cNvPr id="3" name="备注占位符 2"/>
          <p:cNvSpPr>
            <a:spLocks noGrp="1"/>
          </p:cNvSpPr>
          <p:nvPr>
            <p:ph type="body" idx="1"/>
          </p:nvPr>
        </p:nvSpPr>
        <p:spPr/>
        <p:txBody>
          <a:bodyPr/>
          <a:lstStyle/>
          <a:p>
            <a:pPr marL="265113" indent="-265113" eaLnBrk="1" fontAlgn="auto" hangingPunct="1">
              <a:spcBef>
                <a:spcPts val="0"/>
              </a:spcBef>
              <a:spcAft>
                <a:spcPts val="0"/>
              </a:spcAft>
              <a:buFont typeface="+mj-lt"/>
              <a:buAutoNum type="arabicPeriod"/>
              <a:defRPr/>
            </a:pPr>
            <a:r>
              <a:rPr lang="zh-CN" altLang="en-US" sz="1400" dirty="0" smtClean="0">
                <a:latin typeface="黑体" pitchFamily="49" charset="-122"/>
                <a:ea typeface="黑体" pitchFamily="49" charset="-122"/>
              </a:rPr>
              <a:t>科学与思维</a:t>
            </a:r>
            <a:endParaRPr lang="en-US" altLang="zh-CN" sz="1400" dirty="0" smtClean="0">
              <a:latin typeface="黑体" pitchFamily="49" charset="-122"/>
              <a:ea typeface="黑体" pitchFamily="49" charset="-122"/>
            </a:endParaRPr>
          </a:p>
          <a:p>
            <a:pPr marL="542925" indent="-277813" eaLnBrk="1" fontAlgn="auto" hangingPunct="1">
              <a:spcBef>
                <a:spcPts val="0"/>
              </a:spcBef>
              <a:spcAft>
                <a:spcPts val="0"/>
              </a:spcAft>
              <a:buFont typeface="+mj-ea"/>
              <a:buAutoNum type="circleNumDbPlain"/>
              <a:defRPr/>
            </a:pPr>
            <a:r>
              <a:rPr lang="zh-CN" altLang="en-US" dirty="0" smtClean="0">
                <a:latin typeface="+mn-ea"/>
              </a:rPr>
              <a:t>达尔文曾给科学下过一个定义：“</a:t>
            </a:r>
            <a:r>
              <a:rPr lang="zh-CN" altLang="en-US" b="1" dirty="0" smtClean="0">
                <a:latin typeface="+mn-ea"/>
              </a:rPr>
              <a:t>科学就是整理事实，从中发现规律，作出结论</a:t>
            </a:r>
            <a:r>
              <a:rPr lang="zh-CN" altLang="en-US" dirty="0" smtClean="0">
                <a:latin typeface="+mn-ea"/>
              </a:rPr>
              <a:t>”。科学一般包含：</a:t>
            </a:r>
            <a:r>
              <a:rPr lang="zh-CN" altLang="en-US" b="1" dirty="0" smtClean="0">
                <a:latin typeface="+mn-ea"/>
              </a:rPr>
              <a:t>自然科学</a:t>
            </a:r>
            <a:r>
              <a:rPr lang="zh-CN" altLang="en-US" dirty="0" smtClean="0">
                <a:latin typeface="+mn-ea"/>
              </a:rPr>
              <a:t>、</a:t>
            </a:r>
            <a:r>
              <a:rPr lang="zh-CN" altLang="en-US" b="1" dirty="0" smtClean="0">
                <a:latin typeface="+mn-ea"/>
              </a:rPr>
              <a:t>社会科学</a:t>
            </a:r>
            <a:r>
              <a:rPr lang="zh-CN" altLang="en-US" dirty="0" smtClean="0">
                <a:latin typeface="+mn-ea"/>
              </a:rPr>
              <a:t>和</a:t>
            </a:r>
            <a:r>
              <a:rPr lang="zh-CN" altLang="en-US" b="1" dirty="0" smtClean="0">
                <a:latin typeface="+mn-ea"/>
              </a:rPr>
              <a:t>思维科学</a:t>
            </a:r>
            <a:r>
              <a:rPr lang="zh-CN" altLang="en-US" dirty="0" smtClean="0">
                <a:latin typeface="+mn-ea"/>
              </a:rPr>
              <a:t>。</a:t>
            </a:r>
            <a:endParaRPr lang="en-US" altLang="zh-CN" dirty="0" smtClean="0">
              <a:latin typeface="+mn-ea"/>
            </a:endParaRPr>
          </a:p>
          <a:p>
            <a:pPr marL="542925" indent="-277813" eaLnBrk="1" fontAlgn="auto" hangingPunct="1">
              <a:spcBef>
                <a:spcPts val="0"/>
              </a:spcBef>
              <a:spcAft>
                <a:spcPts val="0"/>
              </a:spcAft>
              <a:buFont typeface="+mj-ea"/>
              <a:buAutoNum type="circleNumDbPlain"/>
              <a:defRPr/>
            </a:pPr>
            <a:r>
              <a:rPr lang="zh-CN" altLang="en-US" b="1" dirty="0" smtClean="0">
                <a:latin typeface="+mn-ea"/>
              </a:rPr>
              <a:t>思维是高级的心理活动形式</a:t>
            </a:r>
            <a:r>
              <a:rPr lang="zh-CN" altLang="en-US" dirty="0" smtClean="0">
                <a:latin typeface="+mn-ea"/>
              </a:rPr>
              <a:t>。人脑对信息的处理包括</a:t>
            </a:r>
            <a:r>
              <a:rPr lang="zh-CN" altLang="en-US" b="1" dirty="0" smtClean="0">
                <a:latin typeface="+mn-ea"/>
              </a:rPr>
              <a:t>分析</a:t>
            </a:r>
            <a:r>
              <a:rPr lang="zh-CN" altLang="en-US" dirty="0" smtClean="0">
                <a:latin typeface="+mn-ea"/>
              </a:rPr>
              <a:t>、</a:t>
            </a:r>
            <a:r>
              <a:rPr lang="zh-CN" altLang="en-US" b="1" dirty="0" smtClean="0">
                <a:latin typeface="+mn-ea"/>
              </a:rPr>
              <a:t>抽象</a:t>
            </a:r>
            <a:r>
              <a:rPr lang="zh-CN" altLang="en-US" dirty="0" smtClean="0">
                <a:latin typeface="+mn-ea"/>
              </a:rPr>
              <a:t>、</a:t>
            </a:r>
            <a:r>
              <a:rPr lang="zh-CN" altLang="en-US" b="1" dirty="0" smtClean="0">
                <a:latin typeface="+mn-ea"/>
              </a:rPr>
              <a:t>综合</a:t>
            </a:r>
            <a:r>
              <a:rPr lang="zh-CN" altLang="en-US" dirty="0" smtClean="0">
                <a:latin typeface="+mn-ea"/>
              </a:rPr>
              <a:t>、</a:t>
            </a:r>
            <a:r>
              <a:rPr lang="zh-CN" altLang="en-US" b="1" dirty="0" smtClean="0">
                <a:latin typeface="+mn-ea"/>
              </a:rPr>
              <a:t>概括</a:t>
            </a:r>
            <a:r>
              <a:rPr lang="zh-CN" altLang="en-US" dirty="0" smtClean="0">
                <a:latin typeface="+mn-ea"/>
              </a:rPr>
              <a:t>。</a:t>
            </a:r>
            <a:endParaRPr lang="en-US" altLang="zh-CN" dirty="0" smtClean="0">
              <a:latin typeface="+mn-ea"/>
            </a:endParaRPr>
          </a:p>
          <a:p>
            <a:pPr marL="265113" indent="-265113" eaLnBrk="1" fontAlgn="auto" hangingPunct="1">
              <a:spcBef>
                <a:spcPts val="0"/>
              </a:spcBef>
              <a:spcAft>
                <a:spcPts val="0"/>
              </a:spcAft>
              <a:buFont typeface="+mj-lt"/>
              <a:buAutoNum type="arabicPeriod" startAt="2"/>
              <a:defRPr/>
            </a:pPr>
            <a:r>
              <a:rPr lang="zh-CN" altLang="en-US" sz="1400" dirty="0" smtClean="0">
                <a:latin typeface="黑体" pitchFamily="49" charset="-122"/>
                <a:ea typeface="黑体" pitchFamily="49" charset="-122"/>
              </a:rPr>
              <a:t>人类科学发现的三大支柱：</a:t>
            </a:r>
            <a:endParaRPr lang="en-US" altLang="zh-CN" sz="1400" dirty="0" smtClean="0">
              <a:latin typeface="黑体" pitchFamily="49" charset="-122"/>
              <a:ea typeface="黑体" pitchFamily="49" charset="-122"/>
            </a:endParaRPr>
          </a:p>
          <a:p>
            <a:pPr marL="542925" indent="-277813" eaLnBrk="1" fontAlgn="auto" hangingPunct="1">
              <a:spcBef>
                <a:spcPts val="0"/>
              </a:spcBef>
              <a:spcAft>
                <a:spcPts val="0"/>
              </a:spcAft>
              <a:buFont typeface="+mj-ea"/>
              <a:buAutoNum type="circleNumDbPlain"/>
              <a:defRPr/>
            </a:pPr>
            <a:r>
              <a:rPr lang="zh-CN" altLang="en-US" dirty="0" smtClean="0">
                <a:latin typeface="+mn-ea"/>
              </a:rPr>
              <a:t> </a:t>
            </a:r>
            <a:r>
              <a:rPr lang="zh-CN" altLang="en-US" b="1" dirty="0" smtClean="0">
                <a:latin typeface="+mn-ea"/>
              </a:rPr>
              <a:t>理论科学</a:t>
            </a:r>
            <a:r>
              <a:rPr lang="zh-CN" altLang="en-US" dirty="0" smtClean="0">
                <a:latin typeface="+mn-ea"/>
              </a:rPr>
              <a:t>、</a:t>
            </a:r>
            <a:r>
              <a:rPr lang="zh-CN" altLang="en-US" b="1" dirty="0" smtClean="0">
                <a:latin typeface="+mn-ea"/>
              </a:rPr>
              <a:t>实验科学</a:t>
            </a:r>
            <a:r>
              <a:rPr lang="zh-CN" altLang="en-US" dirty="0" smtClean="0">
                <a:latin typeface="+mn-ea"/>
              </a:rPr>
              <a:t>和</a:t>
            </a:r>
            <a:r>
              <a:rPr lang="zh-CN" altLang="en-US" b="1" dirty="0" smtClean="0">
                <a:latin typeface="+mn-ea"/>
              </a:rPr>
              <a:t>计算科学</a:t>
            </a:r>
            <a:r>
              <a:rPr lang="zh-CN" altLang="en-US" dirty="0" smtClean="0">
                <a:latin typeface="+mn-ea"/>
              </a:rPr>
              <a:t>作为科学发现三大支柱，正推动着人类文明进步和科技发展。</a:t>
            </a:r>
            <a:endParaRPr lang="en-US" altLang="zh-CN" dirty="0" smtClean="0">
              <a:latin typeface="+mn-ea"/>
            </a:endParaRPr>
          </a:p>
          <a:p>
            <a:pPr marL="542925" indent="-277813" eaLnBrk="1" fontAlgn="auto" hangingPunct="1">
              <a:spcBef>
                <a:spcPts val="0"/>
              </a:spcBef>
              <a:spcAft>
                <a:spcPts val="0"/>
              </a:spcAft>
              <a:buFont typeface="+mj-ea"/>
              <a:buAutoNum type="circleNumDbPlain"/>
              <a:defRPr/>
            </a:pPr>
            <a:r>
              <a:rPr lang="zh-CN" altLang="en-US" dirty="0" smtClean="0">
                <a:latin typeface="+mn-ea"/>
              </a:rPr>
              <a:t>该说法已被科学文献广泛引用，并在美国得到国会听证、联邦和私人企业报告的承同。</a:t>
            </a:r>
            <a:endParaRPr lang="en-US" altLang="zh-CN" dirty="0" smtClean="0">
              <a:latin typeface="+mn-ea"/>
            </a:endParaRPr>
          </a:p>
          <a:p>
            <a:pPr marL="265113" indent="-265113" eaLnBrk="1" fontAlgn="auto" hangingPunct="1">
              <a:spcBef>
                <a:spcPts val="1200"/>
              </a:spcBef>
              <a:spcAft>
                <a:spcPts val="0"/>
              </a:spcAft>
              <a:buFont typeface="+mj-lt"/>
              <a:buAutoNum type="arabicPeriod" startAt="3"/>
              <a:defRPr/>
            </a:pPr>
            <a:r>
              <a:rPr lang="zh-CN" altLang="en-US" sz="1400" dirty="0" smtClean="0">
                <a:latin typeface="黑体" pitchFamily="49" charset="-122"/>
                <a:ea typeface="黑体" pitchFamily="49" charset="-122"/>
              </a:rPr>
              <a:t>一般而论，三种科学对应着三种思维：</a:t>
            </a:r>
            <a:endParaRPr lang="en-US" altLang="zh-CN" sz="1400" dirty="0" smtClean="0">
              <a:latin typeface="黑体" pitchFamily="49" charset="-122"/>
              <a:ea typeface="黑体" pitchFamily="49" charset="-122"/>
            </a:endParaRPr>
          </a:p>
          <a:p>
            <a:pPr marL="542925" indent="-277813" eaLnBrk="1" fontAlgn="auto" hangingPunct="1">
              <a:spcBef>
                <a:spcPts val="0"/>
              </a:spcBef>
              <a:spcAft>
                <a:spcPts val="0"/>
              </a:spcAft>
              <a:buFont typeface="+mj-ea"/>
              <a:buAutoNum type="circleNumDbPlain"/>
              <a:defRPr/>
            </a:pPr>
            <a:r>
              <a:rPr lang="zh-CN" altLang="en-US" dirty="0" smtClean="0">
                <a:latin typeface="+mn-ea"/>
              </a:rPr>
              <a:t> </a:t>
            </a:r>
            <a:r>
              <a:rPr lang="zh-CN" altLang="en-US" b="1" dirty="0" smtClean="0">
                <a:latin typeface="+mn-ea"/>
              </a:rPr>
              <a:t>理论科学 </a:t>
            </a:r>
            <a:r>
              <a:rPr lang="zh-CN" altLang="en-US" dirty="0" smtClean="0">
                <a:latin typeface="+mn-ea"/>
              </a:rPr>
              <a:t>←→ </a:t>
            </a:r>
            <a:r>
              <a:rPr lang="zh-CN" altLang="en-US" b="1" dirty="0" smtClean="0">
                <a:latin typeface="+mn-ea"/>
              </a:rPr>
              <a:t>理论思维</a:t>
            </a:r>
            <a:r>
              <a:rPr lang="zh-CN" altLang="en-US" dirty="0" smtClean="0">
                <a:latin typeface="+mn-ea"/>
              </a:rPr>
              <a:t>：</a:t>
            </a:r>
            <a:r>
              <a:rPr lang="en-US" altLang="zh-CN" dirty="0" smtClean="0">
                <a:latin typeface="+mn-ea"/>
              </a:rPr>
              <a:t/>
            </a:r>
            <a:br>
              <a:rPr lang="en-US" altLang="zh-CN" dirty="0" smtClean="0">
                <a:latin typeface="+mn-ea"/>
              </a:rPr>
            </a:br>
            <a:r>
              <a:rPr lang="en-US" altLang="zh-CN" dirty="0" smtClean="0">
                <a:latin typeface="+mn-ea"/>
              </a:rPr>
              <a:t> </a:t>
            </a:r>
            <a:r>
              <a:rPr lang="zh-CN" altLang="en-US" dirty="0" smtClean="0">
                <a:latin typeface="+mn-ea"/>
              </a:rPr>
              <a:t>理论思维又叫</a:t>
            </a:r>
            <a:r>
              <a:rPr lang="zh-CN" altLang="en-US" b="1" dirty="0" smtClean="0">
                <a:latin typeface="+mn-ea"/>
              </a:rPr>
              <a:t>推理思维</a:t>
            </a:r>
            <a:r>
              <a:rPr lang="zh-CN" altLang="en-US" dirty="0" smtClean="0">
                <a:latin typeface="+mn-ea"/>
              </a:rPr>
              <a:t>，以推理和演绎为特征，以数学学科为代表。</a:t>
            </a:r>
            <a:endParaRPr lang="en-US" altLang="zh-CN" dirty="0" smtClean="0">
              <a:latin typeface="+mn-ea"/>
            </a:endParaRPr>
          </a:p>
          <a:p>
            <a:pPr marL="542925" indent="-277813" eaLnBrk="1" fontAlgn="auto" hangingPunct="1">
              <a:spcBef>
                <a:spcPts val="0"/>
              </a:spcBef>
              <a:spcAft>
                <a:spcPts val="0"/>
              </a:spcAft>
              <a:buFont typeface="+mj-ea"/>
              <a:buAutoNum type="circleNumDbPlain"/>
              <a:defRPr/>
            </a:pPr>
            <a:r>
              <a:rPr lang="zh-CN" altLang="en-US" dirty="0" smtClean="0">
                <a:latin typeface="+mn-ea"/>
              </a:rPr>
              <a:t> </a:t>
            </a:r>
            <a:r>
              <a:rPr lang="zh-CN" altLang="en-US" b="1" dirty="0" smtClean="0">
                <a:latin typeface="+mn-ea"/>
              </a:rPr>
              <a:t>实验科学</a:t>
            </a:r>
            <a:r>
              <a:rPr lang="zh-CN" altLang="en-US" dirty="0" smtClean="0">
                <a:latin typeface="+mn-ea"/>
              </a:rPr>
              <a:t> ←→ </a:t>
            </a:r>
            <a:r>
              <a:rPr lang="zh-CN" altLang="en-US" b="1" dirty="0" smtClean="0">
                <a:latin typeface="+mn-ea"/>
              </a:rPr>
              <a:t>实验思维</a:t>
            </a:r>
            <a:r>
              <a:rPr lang="zh-CN" altLang="en-US" dirty="0" smtClean="0">
                <a:latin typeface="+mn-ea"/>
              </a:rPr>
              <a:t>：</a:t>
            </a:r>
            <a:r>
              <a:rPr lang="en-US" altLang="zh-CN" dirty="0" smtClean="0">
                <a:latin typeface="+mn-ea"/>
              </a:rPr>
              <a:t/>
            </a:r>
            <a:br>
              <a:rPr lang="en-US" altLang="zh-CN" dirty="0" smtClean="0">
                <a:latin typeface="+mn-ea"/>
              </a:rPr>
            </a:br>
            <a:r>
              <a:rPr lang="en-US" altLang="zh-CN" dirty="0" smtClean="0">
                <a:latin typeface="+mn-ea"/>
              </a:rPr>
              <a:t> </a:t>
            </a:r>
            <a:r>
              <a:rPr lang="zh-CN" altLang="en-US" dirty="0" smtClean="0">
                <a:latin typeface="+mn-ea"/>
              </a:rPr>
              <a:t>实验思维又叫</a:t>
            </a:r>
            <a:r>
              <a:rPr lang="zh-CN" altLang="en-US" b="1" dirty="0" smtClean="0">
                <a:latin typeface="+mn-ea"/>
              </a:rPr>
              <a:t>实证思维</a:t>
            </a:r>
            <a:r>
              <a:rPr lang="zh-CN" altLang="en-US" dirty="0" smtClean="0">
                <a:latin typeface="+mn-ea"/>
              </a:rPr>
              <a:t>，以观察和总结自然规律为特征，以物理学科为代表。</a:t>
            </a:r>
            <a:endParaRPr lang="en-US" altLang="zh-CN" dirty="0" smtClean="0">
              <a:latin typeface="+mn-ea"/>
            </a:endParaRPr>
          </a:p>
          <a:p>
            <a:pPr marL="542925" indent="-277813" eaLnBrk="1" fontAlgn="auto" hangingPunct="1">
              <a:spcBef>
                <a:spcPts val="0"/>
              </a:spcBef>
              <a:spcAft>
                <a:spcPts val="0"/>
              </a:spcAft>
              <a:buFont typeface="+mj-ea"/>
              <a:buAutoNum type="circleNumDbPlain"/>
              <a:defRPr/>
            </a:pPr>
            <a:r>
              <a:rPr lang="zh-CN" altLang="en-US" dirty="0" smtClean="0">
                <a:latin typeface="+mn-ea"/>
              </a:rPr>
              <a:t> </a:t>
            </a:r>
            <a:r>
              <a:rPr lang="zh-CN" altLang="en-US" b="1" dirty="0" smtClean="0">
                <a:latin typeface="+mn-ea"/>
              </a:rPr>
              <a:t>计算科学 </a:t>
            </a:r>
            <a:r>
              <a:rPr lang="zh-CN" altLang="en-US" dirty="0" smtClean="0">
                <a:latin typeface="+mn-ea"/>
              </a:rPr>
              <a:t>←→ </a:t>
            </a:r>
            <a:r>
              <a:rPr lang="zh-CN" altLang="en-US" b="1" dirty="0" smtClean="0">
                <a:latin typeface="+mn-ea"/>
              </a:rPr>
              <a:t>计算思维</a:t>
            </a:r>
            <a:r>
              <a:rPr lang="zh-CN" altLang="en-US" dirty="0" smtClean="0">
                <a:latin typeface="+mn-ea"/>
              </a:rPr>
              <a:t>：</a:t>
            </a:r>
            <a:r>
              <a:rPr lang="en-US" altLang="zh-CN" dirty="0" smtClean="0">
                <a:latin typeface="+mn-ea"/>
              </a:rPr>
              <a:t/>
            </a:r>
            <a:br>
              <a:rPr lang="en-US" altLang="zh-CN" dirty="0" smtClean="0">
                <a:latin typeface="+mn-ea"/>
              </a:rPr>
            </a:br>
            <a:r>
              <a:rPr lang="en-US" altLang="zh-CN" dirty="0" smtClean="0">
                <a:latin typeface="+mn-ea"/>
              </a:rPr>
              <a:t> </a:t>
            </a:r>
            <a:r>
              <a:rPr lang="zh-CN" altLang="en-US" dirty="0" smtClean="0">
                <a:latin typeface="+mn-ea"/>
              </a:rPr>
              <a:t>计算思维又叫</a:t>
            </a:r>
            <a:r>
              <a:rPr lang="zh-CN" altLang="en-US" b="1" dirty="0" smtClean="0">
                <a:latin typeface="+mn-ea"/>
              </a:rPr>
              <a:t>构造思维</a:t>
            </a:r>
            <a:r>
              <a:rPr lang="zh-CN" altLang="en-US" dirty="0" smtClean="0">
                <a:latin typeface="+mn-ea"/>
              </a:rPr>
              <a:t>，以设计和构造为特征，以计算机学科为代表</a:t>
            </a:r>
            <a:endParaRPr lang="en-US" altLang="zh-CN" dirty="0" smtClean="0">
              <a:latin typeface="+mn-ea"/>
            </a:endParaRPr>
          </a:p>
          <a:p>
            <a:pPr eaLnBrk="1" fontAlgn="auto" hangingPunct="1">
              <a:spcBef>
                <a:spcPts val="0"/>
              </a:spcBef>
              <a:spcAft>
                <a:spcPts val="0"/>
              </a:spcAft>
              <a:defRPr/>
            </a:pPr>
            <a:endParaRPr lang="en-US" altLang="zh-CN" b="1" dirty="0" smtClean="0"/>
          </a:p>
          <a:p>
            <a:pPr eaLnBrk="1" fontAlgn="auto" hangingPunct="1">
              <a:spcBef>
                <a:spcPts val="0"/>
              </a:spcBef>
              <a:spcAft>
                <a:spcPts val="0"/>
              </a:spcAft>
              <a:defRPr/>
            </a:pPr>
            <a:r>
              <a:rPr lang="zh-CN" altLang="en-US" b="1" dirty="0" smtClean="0"/>
              <a:t>基于物理学的实证思维，思维结论要符合三点，第一是可以解释以往的实验现象，第二是逻辑上自洽，既不能自相矛盾，第三是能够预见新的现象。即思维结论必须经得起实验的验证。</a:t>
            </a:r>
            <a:endParaRPr lang="en-US" altLang="zh-CN" b="1" dirty="0" smtClean="0"/>
          </a:p>
          <a:p>
            <a:pPr eaLnBrk="1" fontAlgn="auto" hangingPunct="1">
              <a:spcBef>
                <a:spcPts val="0"/>
              </a:spcBef>
              <a:spcAft>
                <a:spcPts val="0"/>
              </a:spcAft>
              <a:defRPr/>
            </a:pPr>
            <a:endParaRPr lang="en-US" altLang="zh-CN" b="1" dirty="0" smtClean="0"/>
          </a:p>
          <a:p>
            <a:pPr eaLnBrk="1" fontAlgn="auto" hangingPunct="1">
              <a:spcBef>
                <a:spcPts val="0"/>
              </a:spcBef>
              <a:spcAft>
                <a:spcPts val="0"/>
              </a:spcAft>
              <a:defRPr/>
            </a:pPr>
            <a:r>
              <a:rPr lang="zh-CN" altLang="en-US" b="1" dirty="0" smtClean="0"/>
              <a:t>基于推理的逻辑思维，思维结论要符合一些原则，有作为推理基础的公理集合，有一个可靠和协调的推演系统（推演规则），结论要从公理集合出发，经过推演系统的合法推理，达到结论。由于公理集合和推演系统的正确性是假设的，所以其结论相对于公理集合和推演系统是正确的。（没有模型使得公理为真，而结论为假）。</a:t>
            </a:r>
            <a:endParaRPr lang="en-US" altLang="zh-CN" b="1" dirty="0" smtClean="0"/>
          </a:p>
          <a:p>
            <a:pPr eaLnBrk="1" fontAlgn="auto" hangingPunct="1">
              <a:spcBef>
                <a:spcPts val="0"/>
              </a:spcBef>
              <a:spcAft>
                <a:spcPts val="0"/>
              </a:spcAft>
              <a:defRPr/>
            </a:pPr>
            <a:endParaRPr lang="en-US" altLang="zh-CN" b="1" dirty="0" smtClean="0">
              <a:latin typeface="+mn-ea"/>
            </a:endParaRPr>
          </a:p>
          <a:p>
            <a:pPr eaLnBrk="1" fontAlgn="auto" hangingPunct="1">
              <a:lnSpc>
                <a:spcPct val="150000"/>
              </a:lnSpc>
              <a:spcBef>
                <a:spcPts val="0"/>
              </a:spcBef>
              <a:spcAft>
                <a:spcPts val="0"/>
              </a:spcAft>
              <a:defRPr/>
            </a:pPr>
            <a:r>
              <a:rPr lang="zh-CN" altLang="en-US" b="1" dirty="0" smtClean="0"/>
              <a:t>尽管计算思维在人类思维的早期就已经萌芽，并且一直是人类思维的重要组成部分。但是对于计算思维的研究却是进展缓慢，</a:t>
            </a:r>
            <a:endParaRPr lang="en-US" altLang="zh-CN" b="1" dirty="0" smtClean="0"/>
          </a:p>
          <a:p>
            <a:pPr eaLnBrk="1" fontAlgn="auto" hangingPunct="1">
              <a:lnSpc>
                <a:spcPct val="150000"/>
              </a:lnSpc>
              <a:spcBef>
                <a:spcPts val="0"/>
              </a:spcBef>
              <a:spcAft>
                <a:spcPts val="0"/>
              </a:spcAft>
              <a:defRPr/>
            </a:pPr>
            <a:r>
              <a:rPr lang="zh-CN" altLang="en-US" b="1" dirty="0" smtClean="0"/>
              <a:t>在很长一段时间里，计算思维的研究是作为数学思维的一部分进行的。这里主要的原因是计算思维考虑的可构造性和可实现性，而相应的手段和工具的进展一直是缓慢的。</a:t>
            </a:r>
            <a:endParaRPr lang="en-US" altLang="zh-CN" b="1" dirty="0" smtClean="0"/>
          </a:p>
          <a:p>
            <a:pPr eaLnBrk="1" fontAlgn="auto" hangingPunct="1">
              <a:lnSpc>
                <a:spcPct val="150000"/>
              </a:lnSpc>
              <a:spcBef>
                <a:spcPts val="0"/>
              </a:spcBef>
              <a:spcAft>
                <a:spcPts val="0"/>
              </a:spcAft>
              <a:defRPr/>
            </a:pPr>
            <a:r>
              <a:rPr lang="zh-CN" altLang="en-US" b="1" dirty="0" smtClean="0"/>
              <a:t>尽管人们提出了很多对于各种自然现象的模拟和重现方法，设计了复杂系统的构造，但都因缺乏相应的实现手段而束之高阁。由此对于计算思维本身的研究也就缺乏动力和目标。</a:t>
            </a:r>
            <a:endParaRPr lang="zh-CN" altLang="en-US" b="1" dirty="0" smtClean="0">
              <a:ea typeface="方正琥珀简体"/>
              <a:cs typeface="方正琥珀简体"/>
            </a:endParaRPr>
          </a:p>
          <a:p>
            <a:pPr eaLnBrk="1" fontAlgn="auto" hangingPunct="1">
              <a:spcBef>
                <a:spcPts val="0"/>
              </a:spcBef>
              <a:spcAft>
                <a:spcPts val="0"/>
              </a:spcAft>
              <a:defRPr/>
            </a:pPr>
            <a:endParaRPr lang="en-US" altLang="zh-CN" dirty="0" smtClean="0">
              <a:latin typeface="+mn-ea"/>
            </a:endParaRPr>
          </a:p>
          <a:p>
            <a:pPr eaLnBrk="1" fontAlgn="auto" hangingPunct="1">
              <a:spcBef>
                <a:spcPts val="0"/>
              </a:spcBef>
              <a:spcAft>
                <a:spcPts val="0"/>
              </a:spcAft>
              <a:defRPr/>
            </a:pPr>
            <a:r>
              <a:rPr lang="zh-CN" altLang="en-US" b="1" dirty="0" smtClean="0"/>
              <a:t>计算机出现以后带来了根本的改变。由于计算机对于信息和符号的快速处理能力，使得许多原本只是理论可以实现的过程变成了实际可以实现的过程，海量数据的处理，复杂系统的模拟，大型工程的组织，借助计算机实现了从想法到产品整个过程的自动化、精确化和可控化，大大拓展了人类认知世界和解决问题的能力和范围。</a:t>
            </a:r>
            <a:endParaRPr lang="en-US" altLang="zh-CN" b="1" dirty="0" smtClean="0"/>
          </a:p>
          <a:p>
            <a:pPr eaLnBrk="1" fontAlgn="auto" hangingPunct="1">
              <a:spcBef>
                <a:spcPts val="0"/>
              </a:spcBef>
              <a:spcAft>
                <a:spcPts val="0"/>
              </a:spcAft>
              <a:defRPr/>
            </a:pPr>
            <a:endParaRPr lang="en-US" altLang="zh-CN" dirty="0" smtClean="0">
              <a:latin typeface="+mn-ea"/>
            </a:endParaRPr>
          </a:p>
          <a:p>
            <a:pPr eaLnBrk="1" fontAlgn="auto" hangingPunct="1">
              <a:spcBef>
                <a:spcPts val="0"/>
              </a:spcBef>
              <a:spcAft>
                <a:spcPts val="0"/>
              </a:spcAft>
              <a:defRPr/>
            </a:pPr>
            <a:endParaRPr lang="en-US" altLang="zh-CN" dirty="0" smtClean="0">
              <a:latin typeface="+mn-ea"/>
            </a:endParaRPr>
          </a:p>
          <a:p>
            <a:pPr eaLnBrk="1" fontAlgn="auto" hangingPunct="1">
              <a:spcBef>
                <a:spcPts val="0"/>
              </a:spcBef>
              <a:spcAft>
                <a:spcPts val="0"/>
              </a:spcAft>
              <a:defRPr/>
            </a:pPr>
            <a:endParaRPr lang="zh-CN" altLang="en-US" dirty="0" smtClean="0"/>
          </a:p>
          <a:p>
            <a:pPr eaLnBrk="1" fontAlgn="auto" hangingPunct="1">
              <a:spcBef>
                <a:spcPts val="0"/>
              </a:spcBef>
              <a:spcAft>
                <a:spcPts val="0"/>
              </a:spcAft>
              <a:defRPr/>
            </a:pPr>
            <a:endParaRPr lang="zh-CN" altLang="en-US" dirty="0" smtClean="0"/>
          </a:p>
        </p:txBody>
      </p:sp>
      <p:sp>
        <p:nvSpPr>
          <p:cNvPr id="5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7C45931-D8F0-49EC-AF59-2C1E53D3C9B7}" type="slidenum">
              <a:rPr lang="zh-CN" altLang="en-US">
                <a:latin typeface="Calibri" panose="020F0502020204030204" pitchFamily="34" charset="0"/>
              </a:rPr>
              <a:pPr>
                <a:spcBef>
                  <a:spcPct val="0"/>
                </a:spcBef>
              </a:pPr>
              <a:t>2</a:t>
            </a:fld>
            <a:endParaRPr lang="zh-CN"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19E717CC-F56E-4FAA-9C6F-9609D6957D92}" type="slidenum">
              <a:rPr lang="en-US" altLang="en-US"/>
              <a:pPr>
                <a:defRPr/>
              </a:pPr>
              <a:t>‹#›</a:t>
            </a:fld>
            <a:endParaRPr lang="en-US" altLang="en-US"/>
          </a:p>
        </p:txBody>
      </p:sp>
    </p:spTree>
    <p:extLst>
      <p:ext uri="{BB962C8B-B14F-4D97-AF65-F5344CB8AC3E}">
        <p14:creationId xmlns:p14="http://schemas.microsoft.com/office/powerpoint/2010/main" val="1542494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38B492D6-0223-48DB-B70E-E9CD98310583}" type="slidenum">
              <a:rPr lang="en-US" altLang="en-US"/>
              <a:pPr>
                <a:defRPr/>
              </a:pPr>
              <a:t>‹#›</a:t>
            </a:fld>
            <a:endParaRPr lang="en-US" altLang="en-US"/>
          </a:p>
        </p:txBody>
      </p:sp>
    </p:spTree>
    <p:extLst>
      <p:ext uri="{BB962C8B-B14F-4D97-AF65-F5344CB8AC3E}">
        <p14:creationId xmlns:p14="http://schemas.microsoft.com/office/powerpoint/2010/main" val="1933095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C77961C9-2977-4D55-8C2A-B43CC574DAB7}" type="slidenum">
              <a:rPr lang="en-US" altLang="en-US"/>
              <a:pPr>
                <a:defRPr/>
              </a:pPr>
              <a:t>‹#›</a:t>
            </a:fld>
            <a:endParaRPr lang="en-US" altLang="en-US"/>
          </a:p>
        </p:txBody>
      </p:sp>
    </p:spTree>
    <p:extLst>
      <p:ext uri="{BB962C8B-B14F-4D97-AF65-F5344CB8AC3E}">
        <p14:creationId xmlns:p14="http://schemas.microsoft.com/office/powerpoint/2010/main" val="2896821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557338"/>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1557338"/>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3BFD0F70-6087-47A3-97FC-3D85A3FA7D56}" type="slidenum">
              <a:rPr lang="en-US" altLang="en-US"/>
              <a:pPr>
                <a:defRPr/>
              </a:pPr>
              <a:t>‹#›</a:t>
            </a:fld>
            <a:endParaRPr lang="en-US" altLang="en-US"/>
          </a:p>
        </p:txBody>
      </p:sp>
    </p:spTree>
    <p:extLst>
      <p:ext uri="{BB962C8B-B14F-4D97-AF65-F5344CB8AC3E}">
        <p14:creationId xmlns:p14="http://schemas.microsoft.com/office/powerpoint/2010/main" val="2955277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pPr>
              <a:defRPr/>
            </a:pPr>
            <a:fld id="{C4DD2B08-9588-4EFE-9787-A1131781F978}" type="slidenum">
              <a:rPr lang="en-US" altLang="en-US"/>
              <a:pPr>
                <a:defRPr/>
              </a:pPr>
              <a:t>‹#›</a:t>
            </a:fld>
            <a:endParaRPr lang="en-US" altLang="en-US"/>
          </a:p>
        </p:txBody>
      </p:sp>
    </p:spTree>
    <p:extLst>
      <p:ext uri="{BB962C8B-B14F-4D97-AF65-F5344CB8AC3E}">
        <p14:creationId xmlns:p14="http://schemas.microsoft.com/office/powerpoint/2010/main" val="4219199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5EE1D6C4-1AB2-496A-87E1-9B9F02937CF8}" type="slidenum">
              <a:rPr lang="en-US" altLang="en-US"/>
              <a:pPr>
                <a:defRPr/>
              </a:pPr>
              <a:t>‹#›</a:t>
            </a:fld>
            <a:endParaRPr lang="en-US" altLang="en-US"/>
          </a:p>
        </p:txBody>
      </p:sp>
    </p:spTree>
    <p:extLst>
      <p:ext uri="{BB962C8B-B14F-4D97-AF65-F5344CB8AC3E}">
        <p14:creationId xmlns:p14="http://schemas.microsoft.com/office/powerpoint/2010/main" val="1711748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p:cNvSpPr>
            <a:spLocks noGrp="1" noChangeArrowheads="1"/>
          </p:cNvSpPr>
          <p:nvPr>
            <p:ph type="sldNum" sz="quarter" idx="12"/>
          </p:nvPr>
        </p:nvSpPr>
        <p:spPr>
          <a:ln/>
        </p:spPr>
        <p:txBody>
          <a:bodyPr/>
          <a:lstStyle>
            <a:lvl1pPr>
              <a:defRPr/>
            </a:lvl1pPr>
          </a:lstStyle>
          <a:p>
            <a:pPr>
              <a:defRPr/>
            </a:pPr>
            <a:fld id="{09182D68-5CBC-451D-96A7-1EA98CDECA14}" type="slidenum">
              <a:rPr lang="en-US" altLang="en-US"/>
              <a:pPr>
                <a:defRPr/>
              </a:pPr>
              <a:t>‹#›</a:t>
            </a:fld>
            <a:endParaRPr lang="en-US" altLang="en-US"/>
          </a:p>
        </p:txBody>
      </p:sp>
    </p:spTree>
    <p:extLst>
      <p:ext uri="{BB962C8B-B14F-4D97-AF65-F5344CB8AC3E}">
        <p14:creationId xmlns:p14="http://schemas.microsoft.com/office/powerpoint/2010/main" val="2295566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474A57DA-C146-4A67-89A0-AD27B50E0A19}" type="slidenum">
              <a:rPr lang="en-US" altLang="en-US"/>
              <a:pPr>
                <a:defRPr/>
              </a:pPr>
              <a:t>‹#›</a:t>
            </a:fld>
            <a:endParaRPr lang="en-US" altLang="en-US"/>
          </a:p>
        </p:txBody>
      </p:sp>
    </p:spTree>
    <p:extLst>
      <p:ext uri="{BB962C8B-B14F-4D97-AF65-F5344CB8AC3E}">
        <p14:creationId xmlns:p14="http://schemas.microsoft.com/office/powerpoint/2010/main" val="36887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9AABD12D-3BFF-463E-BF58-D230A523EB58}" type="slidenum">
              <a:rPr lang="en-US" altLang="en-US"/>
              <a:pPr>
                <a:defRPr/>
              </a:pPr>
              <a:t>‹#›</a:t>
            </a:fld>
            <a:endParaRPr lang="en-US" altLang="en-US"/>
          </a:p>
        </p:txBody>
      </p:sp>
    </p:spTree>
    <p:extLst>
      <p:ext uri="{BB962C8B-B14F-4D97-AF65-F5344CB8AC3E}">
        <p14:creationId xmlns:p14="http://schemas.microsoft.com/office/powerpoint/2010/main" val="976831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B5582FD3-DAC5-49EF-86E3-3217DE0C3E55}" type="slidenum">
              <a:rPr lang="en-US" altLang="en-US"/>
              <a:pPr>
                <a:defRPr/>
              </a:pPr>
              <a:t>‹#›</a:t>
            </a:fld>
            <a:endParaRPr lang="en-US" altLang="en-US"/>
          </a:p>
        </p:txBody>
      </p:sp>
    </p:spTree>
    <p:extLst>
      <p:ext uri="{BB962C8B-B14F-4D97-AF65-F5344CB8AC3E}">
        <p14:creationId xmlns:p14="http://schemas.microsoft.com/office/powerpoint/2010/main" val="4170522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9075" y="0"/>
            <a:ext cx="2128838" cy="5969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79388" y="0"/>
            <a:ext cx="6237287" cy="5969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A45E3BE2-5989-448F-96D9-4F6AA50153C7}" type="slidenum">
              <a:rPr lang="en-US" altLang="en-US"/>
              <a:pPr>
                <a:defRPr/>
              </a:pPr>
              <a:t>‹#›</a:t>
            </a:fld>
            <a:endParaRPr lang="en-US" altLang="en-US"/>
          </a:p>
        </p:txBody>
      </p:sp>
    </p:spTree>
    <p:extLst>
      <p:ext uri="{BB962C8B-B14F-4D97-AF65-F5344CB8AC3E}">
        <p14:creationId xmlns:p14="http://schemas.microsoft.com/office/powerpoint/2010/main" val="2932606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1350" smtClean="0"/>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1800" smtClean="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1800" smtClean="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9" y="188915"/>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descr="NJ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4" y="260352"/>
            <a:ext cx="23034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7"/>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268415"/>
            <a:ext cx="9117013"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42" name="Rectangle 2"/>
          <p:cNvSpPr>
            <a:spLocks noGrp="1" noChangeArrowheads="1"/>
          </p:cNvSpPr>
          <p:nvPr>
            <p:ph type="subTitle" idx="1"/>
          </p:nvPr>
        </p:nvSpPr>
        <p:spPr>
          <a:xfrm>
            <a:off x="3059114" y="4149727"/>
            <a:ext cx="5184775" cy="1336675"/>
          </a:xfrm>
        </p:spPr>
        <p:txBody>
          <a:bodyPr/>
          <a:lstStyle>
            <a:lvl1pPr marL="0" indent="0">
              <a:buFont typeface="Wingdings" pitchFamily="2" charset="2"/>
              <a:buNone/>
              <a:defRPr/>
            </a:lvl1pPr>
          </a:lstStyle>
          <a:p>
            <a:r>
              <a:rPr lang="zh-CN" altLang="en-US" smtClean="0"/>
              <a:t>单击以编辑母版副标题样式</a:t>
            </a:r>
            <a:endParaRPr lang="zh-CN" altLang="en-US"/>
          </a:p>
        </p:txBody>
      </p:sp>
      <p:sp>
        <p:nvSpPr>
          <p:cNvPr id="189449" name="Rectangle 9"/>
          <p:cNvSpPr>
            <a:spLocks noGrp="1" noChangeArrowheads="1"/>
          </p:cNvSpPr>
          <p:nvPr>
            <p:ph type="ctrTitle"/>
          </p:nvPr>
        </p:nvSpPr>
        <p:spPr>
          <a:xfrm>
            <a:off x="838201" y="2163763"/>
            <a:ext cx="7405688" cy="1600200"/>
          </a:xfrm>
        </p:spPr>
        <p:txBody>
          <a:bodyPr anchor="ctr"/>
          <a:lstStyle>
            <a:lvl1pPr>
              <a:defRPr/>
            </a:lvl1pPr>
          </a:lstStyle>
          <a:p>
            <a:r>
              <a:rPr lang="zh-CN" altLang="en-US" smtClean="0"/>
              <a:t>单击此处编辑母版标题样式</a:t>
            </a:r>
            <a:endParaRPr lang="zh-CN" altLang="en-US"/>
          </a:p>
        </p:txBody>
      </p:sp>
      <p:sp>
        <p:nvSpPr>
          <p:cNvPr id="11" name="Rectangle 3"/>
          <p:cNvSpPr>
            <a:spLocks noGrp="1" noChangeArrowheads="1"/>
          </p:cNvSpPr>
          <p:nvPr>
            <p:ph type="dt" sz="half" idx="10"/>
          </p:nvPr>
        </p:nvSpPr>
        <p:spPr>
          <a:xfrm>
            <a:off x="685801" y="6284913"/>
            <a:ext cx="1293813" cy="457200"/>
          </a:xfrm>
        </p:spPr>
        <p:txBody>
          <a:bodyPr/>
          <a:lstStyle>
            <a:lvl1pPr>
              <a:defRPr/>
            </a:lvl1pPr>
          </a:lstStyle>
          <a:p>
            <a:pPr>
              <a:defRPr/>
            </a:pPr>
            <a:endParaRPr lang="en-US" altLang="en-US"/>
          </a:p>
        </p:txBody>
      </p:sp>
      <p:sp>
        <p:nvSpPr>
          <p:cNvPr id="12" name="Rectangle 4"/>
          <p:cNvSpPr>
            <a:spLocks noGrp="1" noChangeArrowheads="1"/>
          </p:cNvSpPr>
          <p:nvPr>
            <p:ph type="ftr" sz="quarter" idx="11"/>
          </p:nvPr>
        </p:nvSpPr>
        <p:spPr>
          <a:xfrm>
            <a:off x="2195514" y="6202363"/>
            <a:ext cx="5113337" cy="539750"/>
          </a:xfrm>
        </p:spPr>
        <p:txBody>
          <a:bodyPr/>
          <a:lstStyle>
            <a:lvl1pPr>
              <a:defRPr/>
            </a:lvl1pPr>
          </a:lstStyle>
          <a:p>
            <a:pPr>
              <a:defRPr/>
            </a:pPr>
            <a:endParaRPr lang="en-US" altLang="en-US"/>
          </a:p>
        </p:txBody>
      </p:sp>
      <p:sp>
        <p:nvSpPr>
          <p:cNvPr id="13" name="Rectangle 5"/>
          <p:cNvSpPr>
            <a:spLocks noGrp="1" noChangeArrowheads="1"/>
          </p:cNvSpPr>
          <p:nvPr>
            <p:ph type="sldNum" sz="quarter" idx="12"/>
          </p:nvPr>
        </p:nvSpPr>
        <p:spPr/>
        <p:txBody>
          <a:bodyPr/>
          <a:lstStyle>
            <a:lvl1pPr>
              <a:defRPr smtClean="0"/>
            </a:lvl1pPr>
          </a:lstStyle>
          <a:p>
            <a:pPr>
              <a:defRPr/>
            </a:pPr>
            <a:fld id="{19E717CC-F56E-4FAA-9C6F-9609D6957D92}" type="slidenum">
              <a:rPr lang="en-US" altLang="en-US" smtClean="0"/>
              <a:pPr>
                <a:defRPr/>
              </a:pPr>
              <a:t>‹#›</a:t>
            </a:fld>
            <a:endParaRPr lang="en-US" altLang="en-US"/>
          </a:p>
        </p:txBody>
      </p:sp>
    </p:spTree>
    <p:extLst>
      <p:ext uri="{BB962C8B-B14F-4D97-AF65-F5344CB8AC3E}">
        <p14:creationId xmlns:p14="http://schemas.microsoft.com/office/powerpoint/2010/main" val="3543369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9"/>
          <p:cNvSpPr>
            <a:spLocks noGrp="1" noChangeArrowheads="1"/>
          </p:cNvSpPr>
          <p:nvPr>
            <p:ph type="sldNum" sz="quarter" idx="12"/>
          </p:nvPr>
        </p:nvSpPr>
        <p:spPr>
          <a:ln/>
        </p:spPr>
        <p:txBody>
          <a:bodyPr/>
          <a:lstStyle>
            <a:lvl1pPr>
              <a:defRPr/>
            </a:lvl1pPr>
          </a:lstStyle>
          <a:p>
            <a:pPr>
              <a:defRPr/>
            </a:pPr>
            <a:fld id="{38B492D6-0223-48DB-B70E-E9CD98310583}" type="slidenum">
              <a:rPr lang="en-US" altLang="en-US" smtClean="0"/>
              <a:pPr>
                <a:defRPr/>
              </a:pPr>
              <a:t>‹#›</a:t>
            </a:fld>
            <a:endParaRPr lang="en-US" altLang="en-US"/>
          </a:p>
        </p:txBody>
      </p:sp>
    </p:spTree>
    <p:extLst>
      <p:ext uri="{BB962C8B-B14F-4D97-AF65-F5344CB8AC3E}">
        <p14:creationId xmlns:p14="http://schemas.microsoft.com/office/powerpoint/2010/main" val="252990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编辑母版文本样式</a:t>
            </a:r>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9"/>
          <p:cNvSpPr>
            <a:spLocks noGrp="1" noChangeArrowheads="1"/>
          </p:cNvSpPr>
          <p:nvPr>
            <p:ph type="sldNum" sz="quarter" idx="12"/>
          </p:nvPr>
        </p:nvSpPr>
        <p:spPr>
          <a:ln/>
        </p:spPr>
        <p:txBody>
          <a:bodyPr/>
          <a:lstStyle>
            <a:lvl1pPr>
              <a:defRPr/>
            </a:lvl1pPr>
          </a:lstStyle>
          <a:p>
            <a:pPr>
              <a:defRPr/>
            </a:pPr>
            <a:fld id="{C77961C9-2977-4D55-8C2A-B43CC574DAB7}" type="slidenum">
              <a:rPr lang="en-US" altLang="en-US" smtClean="0"/>
              <a:pPr>
                <a:defRPr/>
              </a:pPr>
              <a:t>‹#›</a:t>
            </a:fld>
            <a:endParaRPr lang="en-US" altLang="en-US"/>
          </a:p>
        </p:txBody>
      </p:sp>
    </p:spTree>
    <p:extLst>
      <p:ext uri="{BB962C8B-B14F-4D97-AF65-F5344CB8AC3E}">
        <p14:creationId xmlns:p14="http://schemas.microsoft.com/office/powerpoint/2010/main" val="2402536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4" y="1484313"/>
            <a:ext cx="3994150" cy="4392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4" y="1484313"/>
            <a:ext cx="3995737" cy="439261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9"/>
          <p:cNvSpPr>
            <a:spLocks noGrp="1" noChangeArrowheads="1"/>
          </p:cNvSpPr>
          <p:nvPr>
            <p:ph type="sldNum" sz="quarter" idx="12"/>
          </p:nvPr>
        </p:nvSpPr>
        <p:spPr>
          <a:ln/>
        </p:spPr>
        <p:txBody>
          <a:bodyPr/>
          <a:lstStyle>
            <a:lvl1pPr>
              <a:defRPr/>
            </a:lvl1pPr>
          </a:lstStyle>
          <a:p>
            <a:pPr>
              <a:defRPr/>
            </a:pPr>
            <a:fld id="{3BFD0F70-6087-47A3-97FC-3D85A3FA7D56}" type="slidenum">
              <a:rPr lang="en-US" altLang="en-US" smtClean="0"/>
              <a:pPr>
                <a:defRPr/>
              </a:pPr>
              <a:t>‹#›</a:t>
            </a:fld>
            <a:endParaRPr lang="en-US" altLang="en-US"/>
          </a:p>
        </p:txBody>
      </p:sp>
    </p:spTree>
    <p:extLst>
      <p:ext uri="{BB962C8B-B14F-4D97-AF65-F5344CB8AC3E}">
        <p14:creationId xmlns:p14="http://schemas.microsoft.com/office/powerpoint/2010/main" val="927163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9"/>
          <p:cNvSpPr>
            <a:spLocks noGrp="1" noChangeArrowheads="1"/>
          </p:cNvSpPr>
          <p:nvPr>
            <p:ph type="sldNum" sz="quarter" idx="12"/>
          </p:nvPr>
        </p:nvSpPr>
        <p:spPr>
          <a:ln/>
        </p:spPr>
        <p:txBody>
          <a:bodyPr/>
          <a:lstStyle>
            <a:lvl1pPr>
              <a:defRPr/>
            </a:lvl1pPr>
          </a:lstStyle>
          <a:p>
            <a:pPr>
              <a:defRPr/>
            </a:pPr>
            <a:fld id="{C4DD2B08-9588-4EFE-9787-A1131781F978}" type="slidenum">
              <a:rPr lang="en-US" altLang="en-US" smtClean="0"/>
              <a:pPr>
                <a:defRPr/>
              </a:pPr>
              <a:t>‹#›</a:t>
            </a:fld>
            <a:endParaRPr lang="en-US" altLang="en-US"/>
          </a:p>
        </p:txBody>
      </p:sp>
    </p:spTree>
    <p:extLst>
      <p:ext uri="{BB962C8B-B14F-4D97-AF65-F5344CB8AC3E}">
        <p14:creationId xmlns:p14="http://schemas.microsoft.com/office/powerpoint/2010/main" val="225860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9"/>
          <p:cNvSpPr>
            <a:spLocks noGrp="1" noChangeArrowheads="1"/>
          </p:cNvSpPr>
          <p:nvPr>
            <p:ph type="sldNum" sz="quarter" idx="12"/>
          </p:nvPr>
        </p:nvSpPr>
        <p:spPr>
          <a:ln/>
        </p:spPr>
        <p:txBody>
          <a:bodyPr/>
          <a:lstStyle>
            <a:lvl1pPr>
              <a:defRPr/>
            </a:lvl1pPr>
          </a:lstStyle>
          <a:p>
            <a:pPr>
              <a:defRPr/>
            </a:pPr>
            <a:fld id="{5EE1D6C4-1AB2-496A-87E1-9B9F02937CF8}" type="slidenum">
              <a:rPr lang="en-US" altLang="en-US" smtClean="0"/>
              <a:pPr>
                <a:defRPr/>
              </a:pPr>
              <a:t>‹#›</a:t>
            </a:fld>
            <a:endParaRPr lang="en-US" altLang="en-US"/>
          </a:p>
        </p:txBody>
      </p:sp>
    </p:spTree>
    <p:extLst>
      <p:ext uri="{BB962C8B-B14F-4D97-AF65-F5344CB8AC3E}">
        <p14:creationId xmlns:p14="http://schemas.microsoft.com/office/powerpoint/2010/main" val="3426621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9"/>
          <p:cNvSpPr>
            <a:spLocks noGrp="1" noChangeArrowheads="1"/>
          </p:cNvSpPr>
          <p:nvPr>
            <p:ph type="sldNum" sz="quarter" idx="12"/>
          </p:nvPr>
        </p:nvSpPr>
        <p:spPr>
          <a:ln/>
        </p:spPr>
        <p:txBody>
          <a:bodyPr/>
          <a:lstStyle>
            <a:lvl1pPr>
              <a:defRPr/>
            </a:lvl1pPr>
          </a:lstStyle>
          <a:p>
            <a:pPr>
              <a:defRPr/>
            </a:pPr>
            <a:fld id="{09182D68-5CBC-451D-96A7-1EA98CDECA14}" type="slidenum">
              <a:rPr lang="en-US" altLang="en-US" smtClean="0"/>
              <a:pPr>
                <a:defRPr/>
              </a:pPr>
              <a:t>‹#›</a:t>
            </a:fld>
            <a:endParaRPr lang="en-US" altLang="en-US"/>
          </a:p>
        </p:txBody>
      </p:sp>
    </p:spTree>
    <p:extLst>
      <p:ext uri="{BB962C8B-B14F-4D97-AF65-F5344CB8AC3E}">
        <p14:creationId xmlns:p14="http://schemas.microsoft.com/office/powerpoint/2010/main" val="42222117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9"/>
          <p:cNvSpPr>
            <a:spLocks noGrp="1" noChangeArrowheads="1"/>
          </p:cNvSpPr>
          <p:nvPr>
            <p:ph type="sldNum" sz="quarter" idx="12"/>
          </p:nvPr>
        </p:nvSpPr>
        <p:spPr>
          <a:ln/>
        </p:spPr>
        <p:txBody>
          <a:bodyPr/>
          <a:lstStyle>
            <a:lvl1pPr>
              <a:defRPr/>
            </a:lvl1pPr>
          </a:lstStyle>
          <a:p>
            <a:pPr>
              <a:defRPr/>
            </a:pPr>
            <a:fld id="{474A57DA-C146-4A67-89A0-AD27B50E0A19}" type="slidenum">
              <a:rPr lang="en-US" altLang="en-US" smtClean="0"/>
              <a:pPr>
                <a:defRPr/>
              </a:pPr>
              <a:t>‹#›</a:t>
            </a:fld>
            <a:endParaRPr lang="en-US" altLang="en-US"/>
          </a:p>
        </p:txBody>
      </p:sp>
    </p:spTree>
    <p:extLst>
      <p:ext uri="{BB962C8B-B14F-4D97-AF65-F5344CB8AC3E}">
        <p14:creationId xmlns:p14="http://schemas.microsoft.com/office/powerpoint/2010/main" val="818649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编辑母版文本样式</a:t>
            </a:r>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9"/>
          <p:cNvSpPr>
            <a:spLocks noGrp="1" noChangeArrowheads="1"/>
          </p:cNvSpPr>
          <p:nvPr>
            <p:ph type="sldNum" sz="quarter" idx="12"/>
          </p:nvPr>
        </p:nvSpPr>
        <p:spPr>
          <a:ln/>
        </p:spPr>
        <p:txBody>
          <a:bodyPr/>
          <a:lstStyle>
            <a:lvl1pPr>
              <a:defRPr/>
            </a:lvl1pPr>
          </a:lstStyle>
          <a:p>
            <a:pPr>
              <a:defRPr/>
            </a:pPr>
            <a:fld id="{9AABD12D-3BFF-463E-BF58-D230A523EB58}" type="slidenum">
              <a:rPr lang="en-US" altLang="en-US" smtClean="0"/>
              <a:pPr>
                <a:defRPr/>
              </a:pPr>
              <a:t>‹#›</a:t>
            </a:fld>
            <a:endParaRPr lang="en-US" altLang="en-US"/>
          </a:p>
        </p:txBody>
      </p:sp>
    </p:spTree>
    <p:extLst>
      <p:ext uri="{BB962C8B-B14F-4D97-AF65-F5344CB8AC3E}">
        <p14:creationId xmlns:p14="http://schemas.microsoft.com/office/powerpoint/2010/main" val="2507418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9"/>
          <p:cNvSpPr>
            <a:spLocks noGrp="1" noChangeArrowheads="1"/>
          </p:cNvSpPr>
          <p:nvPr>
            <p:ph type="sldNum" sz="quarter" idx="12"/>
          </p:nvPr>
        </p:nvSpPr>
        <p:spPr>
          <a:ln/>
        </p:spPr>
        <p:txBody>
          <a:bodyPr/>
          <a:lstStyle>
            <a:lvl1pPr>
              <a:defRPr/>
            </a:lvl1pPr>
          </a:lstStyle>
          <a:p>
            <a:pPr>
              <a:defRPr/>
            </a:pPr>
            <a:fld id="{B5582FD3-DAC5-49EF-86E3-3217DE0C3E55}" type="slidenum">
              <a:rPr lang="en-US" altLang="en-US" smtClean="0"/>
              <a:pPr>
                <a:defRPr/>
              </a:pPr>
              <a:t>‹#›</a:t>
            </a:fld>
            <a:endParaRPr lang="en-US" altLang="en-US"/>
          </a:p>
        </p:txBody>
      </p:sp>
    </p:spTree>
    <p:extLst>
      <p:ext uri="{BB962C8B-B14F-4D97-AF65-F5344CB8AC3E}">
        <p14:creationId xmlns:p14="http://schemas.microsoft.com/office/powerpoint/2010/main" val="3492985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6"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9"/>
          <p:cNvSpPr>
            <a:spLocks noGrp="1" noChangeArrowheads="1"/>
          </p:cNvSpPr>
          <p:nvPr>
            <p:ph type="sldNum" sz="quarter" idx="12"/>
          </p:nvPr>
        </p:nvSpPr>
        <p:spPr>
          <a:ln/>
        </p:spPr>
        <p:txBody>
          <a:bodyPr/>
          <a:lstStyle>
            <a:lvl1pPr>
              <a:defRPr/>
            </a:lvl1pPr>
          </a:lstStyle>
          <a:p>
            <a:pPr>
              <a:defRPr/>
            </a:pPr>
            <a:fld id="{A45E3BE2-5989-448F-96D9-4F6AA50153C7}" type="slidenum">
              <a:rPr lang="en-US" altLang="en-US" smtClean="0"/>
              <a:pPr>
                <a:defRPr/>
              </a:pPr>
              <a:t>‹#›</a:t>
            </a:fld>
            <a:endParaRPr lang="en-US" altLang="en-US"/>
          </a:p>
        </p:txBody>
      </p:sp>
    </p:spTree>
    <p:extLst>
      <p:ext uri="{BB962C8B-B14F-4D97-AF65-F5344CB8AC3E}">
        <p14:creationId xmlns:p14="http://schemas.microsoft.com/office/powerpoint/2010/main" val="3568597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9" y="404813"/>
            <a:ext cx="5616575" cy="5762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4" y="1484313"/>
            <a:ext cx="3994150"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4" y="1484313"/>
            <a:ext cx="3995737"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9"/>
          <p:cNvSpPr>
            <a:spLocks noGrp="1" noChangeArrowheads="1"/>
          </p:cNvSpPr>
          <p:nvPr>
            <p:ph type="sldNum" sz="quarter" idx="12"/>
          </p:nvPr>
        </p:nvSpPr>
        <p:spPr>
          <a:ln/>
        </p:spPr>
        <p:txBody>
          <a:bodyPr/>
          <a:lstStyle>
            <a:lvl1pPr>
              <a:defRPr/>
            </a:lvl1pPr>
          </a:lstStyle>
          <a:p>
            <a:pPr>
              <a:defRPr/>
            </a:pPr>
            <a:fld id="{5C578A8D-34FD-4481-A906-F24AA8011DAB}" type="slidenum">
              <a:rPr lang="en-US" altLang="en-US" smtClean="0"/>
              <a:pPr>
                <a:defRPr/>
              </a:pPr>
              <a:t>‹#›</a:t>
            </a:fld>
            <a:endParaRPr lang="en-US" altLang="en-US"/>
          </a:p>
        </p:txBody>
      </p:sp>
    </p:spTree>
    <p:extLst>
      <p:ext uri="{BB962C8B-B14F-4D97-AF65-F5344CB8AC3E}">
        <p14:creationId xmlns:p14="http://schemas.microsoft.com/office/powerpoint/2010/main" val="564668152"/>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9" y="404813"/>
            <a:ext cx="5616575" cy="5762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68314" y="1484313"/>
            <a:ext cx="3994150" cy="43926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14864" y="1484313"/>
            <a:ext cx="3995737" cy="211931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14864" y="3756025"/>
            <a:ext cx="3995737" cy="2120900"/>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9"/>
          <p:cNvSpPr>
            <a:spLocks noGrp="1" noChangeArrowheads="1"/>
          </p:cNvSpPr>
          <p:nvPr>
            <p:ph type="sldNum" sz="quarter" idx="12"/>
          </p:nvPr>
        </p:nvSpPr>
        <p:spPr>
          <a:ln/>
        </p:spPr>
        <p:txBody>
          <a:bodyPr/>
          <a:lstStyle>
            <a:lvl1pPr>
              <a:defRPr/>
            </a:lvl1pPr>
          </a:lstStyle>
          <a:p>
            <a:pPr>
              <a:defRPr/>
            </a:pPr>
            <a:fld id="{5C578A8D-34FD-4481-A906-F24AA8011DAB}" type="slidenum">
              <a:rPr lang="en-US" altLang="en-US" smtClean="0"/>
              <a:pPr>
                <a:defRPr/>
              </a:pPr>
              <a:t>‹#›</a:t>
            </a:fld>
            <a:endParaRPr lang="en-US" altLang="en-US"/>
          </a:p>
        </p:txBody>
      </p:sp>
    </p:spTree>
    <p:extLst>
      <p:ext uri="{BB962C8B-B14F-4D97-AF65-F5344CB8AC3E}">
        <p14:creationId xmlns:p14="http://schemas.microsoft.com/office/powerpoint/2010/main" val="349694405"/>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042989" y="404813"/>
            <a:ext cx="5616575" cy="5762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68314" y="1484313"/>
            <a:ext cx="8142287" cy="4392612"/>
          </a:xfrm>
        </p:spPr>
        <p:txBody>
          <a:bodyPr/>
          <a:lstStyle/>
          <a:p>
            <a:pPr lvl="0"/>
            <a:r>
              <a:rPr lang="zh-CN" altLang="en-US" noProof="0" smtClean="0"/>
              <a:t>单击图标添加表格</a:t>
            </a:r>
            <a:endParaRPr lang="zh-CN" altLang="en-US" noProof="0" smtClean="0"/>
          </a:p>
        </p:txBody>
      </p:sp>
      <p:sp>
        <p:nvSpPr>
          <p:cNvPr id="4" name="Rectangle 7"/>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8"/>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9"/>
          <p:cNvSpPr>
            <a:spLocks noGrp="1" noChangeArrowheads="1"/>
          </p:cNvSpPr>
          <p:nvPr>
            <p:ph type="sldNum" sz="quarter" idx="12"/>
          </p:nvPr>
        </p:nvSpPr>
        <p:spPr>
          <a:ln/>
        </p:spPr>
        <p:txBody>
          <a:bodyPr/>
          <a:lstStyle>
            <a:lvl1pPr>
              <a:defRPr/>
            </a:lvl1pPr>
          </a:lstStyle>
          <a:p>
            <a:pPr>
              <a:defRPr/>
            </a:pPr>
            <a:fld id="{5C578A8D-34FD-4481-A906-F24AA8011DAB}" type="slidenum">
              <a:rPr lang="en-US" altLang="en-US" smtClean="0"/>
              <a:pPr>
                <a:defRPr/>
              </a:pPr>
              <a:t>‹#›</a:t>
            </a:fld>
            <a:endParaRPr lang="en-US" altLang="en-US"/>
          </a:p>
        </p:txBody>
      </p:sp>
    </p:spTree>
    <p:extLst>
      <p:ext uri="{BB962C8B-B14F-4D97-AF65-F5344CB8AC3E}">
        <p14:creationId xmlns:p14="http://schemas.microsoft.com/office/powerpoint/2010/main" val="330364394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pn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flipH="1">
            <a:off x="7308850" y="130175"/>
            <a:ext cx="6350" cy="128270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Line 8"/>
          <p:cNvSpPr>
            <a:spLocks noChangeShapeType="1"/>
          </p:cNvSpPr>
          <p:nvPr/>
        </p:nvSpPr>
        <p:spPr bwMode="auto">
          <a:xfrm>
            <a:off x="827088" y="1412875"/>
            <a:ext cx="6477000" cy="0"/>
          </a:xfrm>
          <a:prstGeom prst="line">
            <a:avLst/>
          </a:prstGeom>
          <a:noFill/>
          <a:ln w="635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28" name="Group 9" descr="decorative graphic made up of dots"/>
          <p:cNvGrpSpPr>
            <a:grpSpLocks/>
          </p:cNvGrpSpPr>
          <p:nvPr/>
        </p:nvGrpSpPr>
        <p:grpSpPr bwMode="auto">
          <a:xfrm>
            <a:off x="7467600" y="115888"/>
            <a:ext cx="792163" cy="1295400"/>
            <a:chOff x="5136" y="960"/>
            <a:chExt cx="528" cy="864"/>
          </a:xfrm>
        </p:grpSpPr>
        <p:sp>
          <p:nvSpPr>
            <p:cNvPr id="1066" name="Oval 10"/>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7" name="Oval 11"/>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8" name="Oval 12"/>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9" name="Oval 13"/>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0" name="Oval 14"/>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1" name="Oval 15"/>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2" name="Oval 16"/>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3" name="Oval 17"/>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4" name="Oval 18"/>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5" name="Oval 19"/>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6" name="Oval 20"/>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7" name="Oval 21"/>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8" name="Oval 22"/>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79" name="Oval 23"/>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0" name="Oval 24"/>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1" name="Oval 25"/>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2" name="Oval 26"/>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3" name="Oval 27"/>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4" name="Oval 28"/>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5" name="Oval 29"/>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6" name="Oval 30"/>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7" name="Oval 31"/>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8" name="Oval 32"/>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89" name="Oval 33"/>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0" name="Oval 34"/>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1" name="Oval 35"/>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2" name="Oval 36"/>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3" name="Oval 37"/>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4" name="Oval 38"/>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5" name="Oval 39"/>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96" name="Oval 40"/>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grpSp>
      <p:grpSp>
        <p:nvGrpSpPr>
          <p:cNvPr id="1029" name="Group 41" descr="decorative graphic made up of dots"/>
          <p:cNvGrpSpPr>
            <a:grpSpLocks/>
          </p:cNvGrpSpPr>
          <p:nvPr userDrawn="1"/>
        </p:nvGrpSpPr>
        <p:grpSpPr bwMode="auto">
          <a:xfrm>
            <a:off x="7467600" y="115888"/>
            <a:ext cx="792163" cy="1295400"/>
            <a:chOff x="5136" y="960"/>
            <a:chExt cx="528" cy="864"/>
          </a:xfrm>
        </p:grpSpPr>
        <p:sp>
          <p:nvSpPr>
            <p:cNvPr id="1035" name="Oval 42"/>
            <p:cNvSpPr>
              <a:spLocks noChangeArrowheads="1"/>
            </p:cNvSpPr>
            <p:nvPr userDrawn="1"/>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36" name="Oval 43"/>
            <p:cNvSpPr>
              <a:spLocks noChangeArrowheads="1"/>
            </p:cNvSpPr>
            <p:nvPr userDrawn="1"/>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37" name="Oval 44"/>
            <p:cNvSpPr>
              <a:spLocks noChangeArrowheads="1"/>
            </p:cNvSpPr>
            <p:nvPr userDrawn="1"/>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38" name="Oval 45"/>
            <p:cNvSpPr>
              <a:spLocks noChangeArrowheads="1"/>
            </p:cNvSpPr>
            <p:nvPr userDrawn="1"/>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39" name="Oval 46"/>
            <p:cNvSpPr>
              <a:spLocks noChangeArrowheads="1"/>
            </p:cNvSpPr>
            <p:nvPr userDrawn="1"/>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0" name="Oval 47"/>
            <p:cNvSpPr>
              <a:spLocks noChangeArrowheads="1"/>
            </p:cNvSpPr>
            <p:nvPr userDrawn="1"/>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1" name="Oval 48"/>
            <p:cNvSpPr>
              <a:spLocks noChangeArrowheads="1"/>
            </p:cNvSpPr>
            <p:nvPr userDrawn="1"/>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2" name="Oval 49"/>
            <p:cNvSpPr>
              <a:spLocks noChangeArrowheads="1"/>
            </p:cNvSpPr>
            <p:nvPr userDrawn="1"/>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3" name="Oval 50"/>
            <p:cNvSpPr>
              <a:spLocks noChangeArrowheads="1"/>
            </p:cNvSpPr>
            <p:nvPr userDrawn="1"/>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4" name="Oval 51"/>
            <p:cNvSpPr>
              <a:spLocks noChangeArrowheads="1"/>
            </p:cNvSpPr>
            <p:nvPr userDrawn="1"/>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5" name="Oval 52"/>
            <p:cNvSpPr>
              <a:spLocks noChangeArrowheads="1"/>
            </p:cNvSpPr>
            <p:nvPr userDrawn="1"/>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6" name="Oval 53"/>
            <p:cNvSpPr>
              <a:spLocks noChangeArrowheads="1"/>
            </p:cNvSpPr>
            <p:nvPr userDrawn="1"/>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7" name="Oval 54"/>
            <p:cNvSpPr>
              <a:spLocks noChangeArrowheads="1"/>
            </p:cNvSpPr>
            <p:nvPr userDrawn="1"/>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8" name="Oval 55"/>
            <p:cNvSpPr>
              <a:spLocks noChangeArrowheads="1"/>
            </p:cNvSpPr>
            <p:nvPr userDrawn="1"/>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49" name="Oval 56"/>
            <p:cNvSpPr>
              <a:spLocks noChangeArrowheads="1"/>
            </p:cNvSpPr>
            <p:nvPr userDrawn="1"/>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0" name="Oval 57"/>
            <p:cNvSpPr>
              <a:spLocks noChangeArrowheads="1"/>
            </p:cNvSpPr>
            <p:nvPr userDrawn="1"/>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1" name="Oval 58"/>
            <p:cNvSpPr>
              <a:spLocks noChangeArrowheads="1"/>
            </p:cNvSpPr>
            <p:nvPr userDrawn="1"/>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2" name="Oval 59"/>
            <p:cNvSpPr>
              <a:spLocks noChangeArrowheads="1"/>
            </p:cNvSpPr>
            <p:nvPr userDrawn="1"/>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3" name="Oval 60"/>
            <p:cNvSpPr>
              <a:spLocks noChangeArrowheads="1"/>
            </p:cNvSpPr>
            <p:nvPr userDrawn="1"/>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4" name="Oval 61"/>
            <p:cNvSpPr>
              <a:spLocks noChangeArrowheads="1"/>
            </p:cNvSpPr>
            <p:nvPr userDrawn="1"/>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5" name="Oval 62"/>
            <p:cNvSpPr>
              <a:spLocks noChangeArrowheads="1"/>
            </p:cNvSpPr>
            <p:nvPr userDrawn="1"/>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6" name="Oval 63"/>
            <p:cNvSpPr>
              <a:spLocks noChangeArrowheads="1"/>
            </p:cNvSpPr>
            <p:nvPr userDrawn="1"/>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7" name="Oval 64"/>
            <p:cNvSpPr>
              <a:spLocks noChangeArrowheads="1"/>
            </p:cNvSpPr>
            <p:nvPr userDrawn="1"/>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8" name="Oval 65"/>
            <p:cNvSpPr>
              <a:spLocks noChangeArrowheads="1"/>
            </p:cNvSpPr>
            <p:nvPr userDrawn="1"/>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59" name="Oval 66"/>
            <p:cNvSpPr>
              <a:spLocks noChangeArrowheads="1"/>
            </p:cNvSpPr>
            <p:nvPr userDrawn="1"/>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0" name="Oval 67"/>
            <p:cNvSpPr>
              <a:spLocks noChangeArrowheads="1"/>
            </p:cNvSpPr>
            <p:nvPr userDrawn="1"/>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1" name="Oval 68"/>
            <p:cNvSpPr>
              <a:spLocks noChangeArrowheads="1"/>
            </p:cNvSpPr>
            <p:nvPr userDrawn="1"/>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2" name="Oval 69"/>
            <p:cNvSpPr>
              <a:spLocks noChangeArrowheads="1"/>
            </p:cNvSpPr>
            <p:nvPr userDrawn="1"/>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3" name="Oval 70"/>
            <p:cNvSpPr>
              <a:spLocks noChangeArrowheads="1"/>
            </p:cNvSpPr>
            <p:nvPr userDrawn="1"/>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4" name="Oval 71"/>
            <p:cNvSpPr>
              <a:spLocks noChangeArrowheads="1"/>
            </p:cNvSpPr>
            <p:nvPr userDrawn="1"/>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065" name="Oval 72"/>
            <p:cNvSpPr>
              <a:spLocks noChangeArrowheads="1"/>
            </p:cNvSpPr>
            <p:nvPr userDrawn="1"/>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grpSp>
      <p:sp>
        <p:nvSpPr>
          <p:cNvPr id="1030" name="Rectangle 3"/>
          <p:cNvSpPr>
            <a:spLocks noGrp="1" noChangeArrowheads="1"/>
          </p:cNvSpPr>
          <p:nvPr>
            <p:ph type="title"/>
          </p:nvPr>
        </p:nvSpPr>
        <p:spPr bwMode="auto">
          <a:xfrm>
            <a:off x="179388" y="0"/>
            <a:ext cx="705643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单击此处编辑母版标题样式</a:t>
            </a:r>
          </a:p>
        </p:txBody>
      </p:sp>
      <p:sp>
        <p:nvSpPr>
          <p:cNvPr id="1031" name="Rectangle 4"/>
          <p:cNvSpPr>
            <a:spLocks noGrp="1" noChangeArrowheads="1"/>
          </p:cNvSpPr>
          <p:nvPr>
            <p:ph type="body" idx="1"/>
          </p:nvPr>
        </p:nvSpPr>
        <p:spPr bwMode="auto">
          <a:xfrm>
            <a:off x="468313" y="1557338"/>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单击此处编辑母版文本样式</a:t>
            </a:r>
          </a:p>
          <a:p>
            <a:pPr lvl="1"/>
            <a:r>
              <a:rPr lang="en-US" altLang="en-US" smtClean="0"/>
              <a:t>第二级</a:t>
            </a:r>
          </a:p>
          <a:p>
            <a:pPr lvl="2"/>
            <a:r>
              <a:rPr lang="en-US" altLang="en-US" smtClean="0"/>
              <a:t>第三级</a:t>
            </a:r>
          </a:p>
          <a:p>
            <a:pPr lvl="3"/>
            <a:r>
              <a:rPr lang="en-US" altLang="en-US" smtClean="0"/>
              <a:t>第四级</a:t>
            </a:r>
          </a:p>
          <a:p>
            <a:pPr lvl="4"/>
            <a:r>
              <a:rPr lang="en-US" altLang="en-US" smtClean="0"/>
              <a:t>第五级</a:t>
            </a:r>
          </a:p>
        </p:txBody>
      </p:sp>
      <p:sp>
        <p:nvSpPr>
          <p:cNvPr id="107" name="Rectangle 5"/>
          <p:cNvSpPr>
            <a:spLocks noGrp="1" noChangeArrowheads="1"/>
          </p:cNvSpPr>
          <p:nvPr>
            <p:ph type="dt" sz="half" idx="2"/>
          </p:nvPr>
        </p:nvSpPr>
        <p:spPr bwMode="auto">
          <a:xfrm>
            <a:off x="457200" y="6248400"/>
            <a:ext cx="2133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eaLnBrk="1" hangingPunct="1">
              <a:defRPr sz="1000" b="0">
                <a:latin typeface="+mn-lt"/>
              </a:defRPr>
            </a:lvl1pPr>
          </a:lstStyle>
          <a:p>
            <a:pPr>
              <a:defRPr/>
            </a:pPr>
            <a:endParaRPr lang="en-US" altLang="en-US"/>
          </a:p>
        </p:txBody>
      </p:sp>
      <p:sp>
        <p:nvSpPr>
          <p:cNvPr id="108" name="Rectangle 6"/>
          <p:cNvSpPr>
            <a:spLocks noGrp="1" noChangeArrowheads="1"/>
          </p:cNvSpPr>
          <p:nvPr>
            <p:ph type="ftr" sz="quarter" idx="3"/>
          </p:nvPr>
        </p:nvSpPr>
        <p:spPr bwMode="auto">
          <a:xfrm>
            <a:off x="3124200" y="6248400"/>
            <a:ext cx="2895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eaLnBrk="1" hangingPunct="1">
              <a:defRPr sz="1000" b="0">
                <a:latin typeface="+mn-lt"/>
              </a:defRPr>
            </a:lvl1pPr>
          </a:lstStyle>
          <a:p>
            <a:pPr>
              <a:defRPr/>
            </a:pPr>
            <a:endParaRPr lang="en-US" altLang="en-US"/>
          </a:p>
        </p:txBody>
      </p:sp>
      <p:sp>
        <p:nvSpPr>
          <p:cNvPr id="109" name="Rectangle 7"/>
          <p:cNvSpPr>
            <a:spLocks noGrp="1" noChangeArrowheads="1"/>
          </p:cNvSpPr>
          <p:nvPr>
            <p:ph type="sldNum" sz="quarter" idx="4"/>
          </p:nvPr>
        </p:nvSpPr>
        <p:spPr bwMode="auto">
          <a:xfrm>
            <a:off x="6553200" y="6248400"/>
            <a:ext cx="21336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000" b="0" smtClean="0">
                <a:latin typeface="Arial" panose="020B0604020202020204" pitchFamily="34" charset="0"/>
              </a:defRPr>
            </a:lvl1pPr>
          </a:lstStyle>
          <a:p>
            <a:pPr>
              <a:defRPr/>
            </a:pPr>
            <a:fld id="{5C578A8D-34FD-4481-A906-F24AA8011DA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900" b="1">
          <a:solidFill>
            <a:schemeClr val="tx2"/>
          </a:solidFill>
          <a:latin typeface="+mj-lt"/>
          <a:ea typeface="+mj-ea"/>
          <a:cs typeface="+mj-cs"/>
        </a:defRPr>
      </a:lvl1pPr>
      <a:lvl2pPr algn="ctr" rtl="0" eaLnBrk="0" fontAlgn="base" hangingPunct="0">
        <a:spcBef>
          <a:spcPct val="0"/>
        </a:spcBef>
        <a:spcAft>
          <a:spcPct val="0"/>
        </a:spcAft>
        <a:defRPr sz="3900" b="1">
          <a:solidFill>
            <a:schemeClr val="tx2"/>
          </a:solidFill>
          <a:latin typeface="Arial" charset="0"/>
        </a:defRPr>
      </a:lvl2pPr>
      <a:lvl3pPr algn="ctr" rtl="0" eaLnBrk="0" fontAlgn="base" hangingPunct="0">
        <a:spcBef>
          <a:spcPct val="0"/>
        </a:spcBef>
        <a:spcAft>
          <a:spcPct val="0"/>
        </a:spcAft>
        <a:defRPr sz="3900" b="1">
          <a:solidFill>
            <a:schemeClr val="tx2"/>
          </a:solidFill>
          <a:latin typeface="Arial" charset="0"/>
        </a:defRPr>
      </a:lvl3pPr>
      <a:lvl4pPr algn="ctr" rtl="0" eaLnBrk="0" fontAlgn="base" hangingPunct="0">
        <a:spcBef>
          <a:spcPct val="0"/>
        </a:spcBef>
        <a:spcAft>
          <a:spcPct val="0"/>
        </a:spcAft>
        <a:defRPr sz="3900" b="1">
          <a:solidFill>
            <a:schemeClr val="tx2"/>
          </a:solidFill>
          <a:latin typeface="Arial" charset="0"/>
        </a:defRPr>
      </a:lvl4pPr>
      <a:lvl5pPr algn="ctr" rtl="0" eaLnBrk="0" fontAlgn="base" hangingPunct="0">
        <a:spcBef>
          <a:spcPct val="0"/>
        </a:spcBef>
        <a:spcAft>
          <a:spcPct val="0"/>
        </a:spcAft>
        <a:defRPr sz="3900" b="1">
          <a:solidFill>
            <a:schemeClr val="tx2"/>
          </a:solidFill>
          <a:latin typeface="Arial" charset="0"/>
        </a:defRPr>
      </a:lvl5pPr>
      <a:lvl6pPr marL="457200" algn="ctr" rtl="0" eaLnBrk="0" fontAlgn="base" hangingPunct="0">
        <a:spcBef>
          <a:spcPct val="0"/>
        </a:spcBef>
        <a:spcAft>
          <a:spcPct val="0"/>
        </a:spcAft>
        <a:defRPr sz="3900" b="1">
          <a:solidFill>
            <a:schemeClr val="tx2"/>
          </a:solidFill>
          <a:latin typeface="Arial" charset="0"/>
        </a:defRPr>
      </a:lvl6pPr>
      <a:lvl7pPr marL="914400" algn="ctr" rtl="0" eaLnBrk="0" fontAlgn="base" hangingPunct="0">
        <a:spcBef>
          <a:spcPct val="0"/>
        </a:spcBef>
        <a:spcAft>
          <a:spcPct val="0"/>
        </a:spcAft>
        <a:defRPr sz="3900" b="1">
          <a:solidFill>
            <a:schemeClr val="tx2"/>
          </a:solidFill>
          <a:latin typeface="Arial" charset="0"/>
        </a:defRPr>
      </a:lvl7pPr>
      <a:lvl8pPr marL="1371600" algn="ctr" rtl="0" eaLnBrk="0" fontAlgn="base" hangingPunct="0">
        <a:spcBef>
          <a:spcPct val="0"/>
        </a:spcBef>
        <a:spcAft>
          <a:spcPct val="0"/>
        </a:spcAft>
        <a:defRPr sz="3900" b="1">
          <a:solidFill>
            <a:schemeClr val="tx2"/>
          </a:solidFill>
          <a:latin typeface="Arial" charset="0"/>
        </a:defRPr>
      </a:lvl8pPr>
      <a:lvl9pPr marL="1828800" algn="ctr" rtl="0" eaLnBrk="0" fontAlgn="base" hangingPunct="0">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b="1">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b="1">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b="1">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mn-lt"/>
        </a:defRPr>
      </a:lvl5pPr>
      <a:lvl6pPr marL="20558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defRPr>
      </a:lvl6pPr>
      <a:lvl7pPr marL="25130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defRPr>
      </a:lvl7pPr>
      <a:lvl8pPr marL="29702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defRPr>
      </a:lvl8pPr>
      <a:lvl9pPr marL="34274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1800" smtClean="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1800" smtClean="0"/>
          </a:p>
        </p:txBody>
      </p:sp>
      <p:sp>
        <p:nvSpPr>
          <p:cNvPr id="1028" name="Rectangle 4"/>
          <p:cNvSpPr>
            <a:spLocks noGrp="1" noChangeArrowheads="1"/>
          </p:cNvSpPr>
          <p:nvPr>
            <p:ph type="title"/>
          </p:nvPr>
        </p:nvSpPr>
        <p:spPr bwMode="auto">
          <a:xfrm>
            <a:off x="1042989" y="404813"/>
            <a:ext cx="56165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4" y="1484313"/>
            <a:ext cx="8142287"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42089" y="188915"/>
            <a:ext cx="1990725"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fontAlgn="auto" hangingPunct="1">
              <a:spcBef>
                <a:spcPts val="0"/>
              </a:spcBef>
              <a:spcAft>
                <a:spcPts val="0"/>
              </a:spcAft>
              <a:defRPr sz="1200">
                <a:latin typeface="+mn-lt"/>
                <a:ea typeface="宋体" pitchFamily="2" charset="-122"/>
              </a:defRPr>
            </a:lvl1pPr>
          </a:lstStyle>
          <a:p>
            <a:pPr>
              <a:defRPr/>
            </a:pPr>
            <a:endParaRPr lang="en-US" altLang="en-US"/>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Arial" charset="0"/>
                <a:ea typeface="宋体" pitchFamily="2" charset="-122"/>
              </a:defRPr>
            </a:lvl1pPr>
          </a:lstStyle>
          <a:p>
            <a:pPr>
              <a:defRPr/>
            </a:pPr>
            <a:endParaRPr lang="en-US" altLang="en-US"/>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5C578A8D-34FD-4481-A906-F24AA8011DAB}" type="slidenum">
              <a:rPr lang="en-US" altLang="en-US" smtClean="0"/>
              <a:pPr>
                <a:defRPr/>
              </a:pPr>
              <a:t>‹#›</a:t>
            </a:fld>
            <a:endParaRPr lang="en-US" altLang="en-US"/>
          </a:p>
        </p:txBody>
      </p:sp>
      <p:pic>
        <p:nvPicPr>
          <p:cNvPr id="1034" name="Picture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288" y="6092827"/>
            <a:ext cx="9117012"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 descr="校徽"/>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6388" y="261940"/>
            <a:ext cx="665162"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41" descr="decorative graphic made up of dots"/>
          <p:cNvGrpSpPr>
            <a:grpSpLocks/>
          </p:cNvGrpSpPr>
          <p:nvPr userDrawn="1"/>
        </p:nvGrpSpPr>
        <p:grpSpPr bwMode="auto">
          <a:xfrm>
            <a:off x="7467600" y="115888"/>
            <a:ext cx="792163" cy="1295400"/>
            <a:chOff x="5136" y="960"/>
            <a:chExt cx="528" cy="864"/>
          </a:xfrm>
        </p:grpSpPr>
        <p:sp>
          <p:nvSpPr>
            <p:cNvPr id="13" name="Oval 42"/>
            <p:cNvSpPr>
              <a:spLocks noChangeArrowheads="1"/>
            </p:cNvSpPr>
            <p:nvPr userDrawn="1"/>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4" name="Oval 43"/>
            <p:cNvSpPr>
              <a:spLocks noChangeArrowheads="1"/>
            </p:cNvSpPr>
            <p:nvPr userDrawn="1"/>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5" name="Oval 44"/>
            <p:cNvSpPr>
              <a:spLocks noChangeArrowheads="1"/>
            </p:cNvSpPr>
            <p:nvPr userDrawn="1"/>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6" name="Oval 45"/>
            <p:cNvSpPr>
              <a:spLocks noChangeArrowheads="1"/>
            </p:cNvSpPr>
            <p:nvPr userDrawn="1"/>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7" name="Oval 46"/>
            <p:cNvSpPr>
              <a:spLocks noChangeArrowheads="1"/>
            </p:cNvSpPr>
            <p:nvPr userDrawn="1"/>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8" name="Oval 47"/>
            <p:cNvSpPr>
              <a:spLocks noChangeArrowheads="1"/>
            </p:cNvSpPr>
            <p:nvPr userDrawn="1"/>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19" name="Oval 48"/>
            <p:cNvSpPr>
              <a:spLocks noChangeArrowheads="1"/>
            </p:cNvSpPr>
            <p:nvPr userDrawn="1"/>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0" name="Oval 49"/>
            <p:cNvSpPr>
              <a:spLocks noChangeArrowheads="1"/>
            </p:cNvSpPr>
            <p:nvPr userDrawn="1"/>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1" name="Oval 50"/>
            <p:cNvSpPr>
              <a:spLocks noChangeArrowheads="1"/>
            </p:cNvSpPr>
            <p:nvPr userDrawn="1"/>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2" name="Oval 51"/>
            <p:cNvSpPr>
              <a:spLocks noChangeArrowheads="1"/>
            </p:cNvSpPr>
            <p:nvPr userDrawn="1"/>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3" name="Oval 52"/>
            <p:cNvSpPr>
              <a:spLocks noChangeArrowheads="1"/>
            </p:cNvSpPr>
            <p:nvPr userDrawn="1"/>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4" name="Oval 53"/>
            <p:cNvSpPr>
              <a:spLocks noChangeArrowheads="1"/>
            </p:cNvSpPr>
            <p:nvPr userDrawn="1"/>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5" name="Oval 54"/>
            <p:cNvSpPr>
              <a:spLocks noChangeArrowheads="1"/>
            </p:cNvSpPr>
            <p:nvPr userDrawn="1"/>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6" name="Oval 55"/>
            <p:cNvSpPr>
              <a:spLocks noChangeArrowheads="1"/>
            </p:cNvSpPr>
            <p:nvPr userDrawn="1"/>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7" name="Oval 56"/>
            <p:cNvSpPr>
              <a:spLocks noChangeArrowheads="1"/>
            </p:cNvSpPr>
            <p:nvPr userDrawn="1"/>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8" name="Oval 57"/>
            <p:cNvSpPr>
              <a:spLocks noChangeArrowheads="1"/>
            </p:cNvSpPr>
            <p:nvPr userDrawn="1"/>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29" name="Oval 58"/>
            <p:cNvSpPr>
              <a:spLocks noChangeArrowheads="1"/>
            </p:cNvSpPr>
            <p:nvPr userDrawn="1"/>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0" name="Oval 59"/>
            <p:cNvSpPr>
              <a:spLocks noChangeArrowheads="1"/>
            </p:cNvSpPr>
            <p:nvPr userDrawn="1"/>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1" name="Oval 60"/>
            <p:cNvSpPr>
              <a:spLocks noChangeArrowheads="1"/>
            </p:cNvSpPr>
            <p:nvPr userDrawn="1"/>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2" name="Oval 61"/>
            <p:cNvSpPr>
              <a:spLocks noChangeArrowheads="1"/>
            </p:cNvSpPr>
            <p:nvPr userDrawn="1"/>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3" name="Oval 62"/>
            <p:cNvSpPr>
              <a:spLocks noChangeArrowheads="1"/>
            </p:cNvSpPr>
            <p:nvPr userDrawn="1"/>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4" name="Oval 63"/>
            <p:cNvSpPr>
              <a:spLocks noChangeArrowheads="1"/>
            </p:cNvSpPr>
            <p:nvPr userDrawn="1"/>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5" name="Oval 64"/>
            <p:cNvSpPr>
              <a:spLocks noChangeArrowheads="1"/>
            </p:cNvSpPr>
            <p:nvPr userDrawn="1"/>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6" name="Oval 65"/>
            <p:cNvSpPr>
              <a:spLocks noChangeArrowheads="1"/>
            </p:cNvSpPr>
            <p:nvPr userDrawn="1"/>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7" name="Oval 66"/>
            <p:cNvSpPr>
              <a:spLocks noChangeArrowheads="1"/>
            </p:cNvSpPr>
            <p:nvPr userDrawn="1"/>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8" name="Oval 67"/>
            <p:cNvSpPr>
              <a:spLocks noChangeArrowheads="1"/>
            </p:cNvSpPr>
            <p:nvPr userDrawn="1"/>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39" name="Oval 68"/>
            <p:cNvSpPr>
              <a:spLocks noChangeArrowheads="1"/>
            </p:cNvSpPr>
            <p:nvPr userDrawn="1"/>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40" name="Oval 69"/>
            <p:cNvSpPr>
              <a:spLocks noChangeArrowheads="1"/>
            </p:cNvSpPr>
            <p:nvPr userDrawn="1"/>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41" name="Oval 70"/>
            <p:cNvSpPr>
              <a:spLocks noChangeArrowheads="1"/>
            </p:cNvSpPr>
            <p:nvPr userDrawn="1"/>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42" name="Oval 71"/>
            <p:cNvSpPr>
              <a:spLocks noChangeArrowheads="1"/>
            </p:cNvSpPr>
            <p:nvPr userDrawn="1"/>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sp>
          <p:nvSpPr>
            <p:cNvPr id="43" name="Oval 72"/>
            <p:cNvSpPr>
              <a:spLocks noChangeArrowheads="1"/>
            </p:cNvSpPr>
            <p:nvPr userDrawn="1"/>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defRPr/>
              </a:pPr>
              <a:endParaRPr lang="zh-CN" altLang="en-US" sz="1800" b="0" smtClean="0">
                <a:latin typeface="Arial" panose="020B0604020202020204" pitchFamily="34" charset="0"/>
              </a:endParaRPr>
            </a:p>
          </p:txBody>
        </p:sp>
      </p:grpSp>
    </p:spTree>
    <p:extLst>
      <p:ext uri="{BB962C8B-B14F-4D97-AF65-F5344CB8AC3E}">
        <p14:creationId xmlns:p14="http://schemas.microsoft.com/office/powerpoint/2010/main" val="148761524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Lst>
  <p:hf hdr="0" ftr="0" dt="0"/>
  <p:txStyles>
    <p:titleStyle>
      <a:lvl1pPr algn="ctr" rtl="0" eaLnBrk="1" fontAlgn="base" hangingPunct="1">
        <a:spcBef>
          <a:spcPct val="0"/>
        </a:spcBef>
        <a:spcAft>
          <a:spcPct val="0"/>
        </a:spcAft>
        <a:defRPr sz="2400">
          <a:solidFill>
            <a:schemeClr val="tx1"/>
          </a:solidFill>
          <a:latin typeface="+mj-lt"/>
          <a:ea typeface="+mj-ea"/>
          <a:cs typeface="+mj-cs"/>
        </a:defRPr>
      </a:lvl1pPr>
      <a:lvl2pPr algn="ctr" rtl="0" eaLnBrk="1" fontAlgn="base" hangingPunct="1">
        <a:spcBef>
          <a:spcPct val="0"/>
        </a:spcBef>
        <a:spcAft>
          <a:spcPct val="0"/>
        </a:spcAft>
        <a:defRPr sz="2400">
          <a:solidFill>
            <a:schemeClr val="tx1"/>
          </a:solidFill>
          <a:latin typeface="Arial" charset="0"/>
          <a:ea typeface="宋体" pitchFamily="2" charset="-122"/>
        </a:defRPr>
      </a:lvl2pPr>
      <a:lvl3pPr algn="ctr" rtl="0" eaLnBrk="1" fontAlgn="base" hangingPunct="1">
        <a:spcBef>
          <a:spcPct val="0"/>
        </a:spcBef>
        <a:spcAft>
          <a:spcPct val="0"/>
        </a:spcAft>
        <a:defRPr sz="2400">
          <a:solidFill>
            <a:schemeClr val="tx1"/>
          </a:solidFill>
          <a:latin typeface="Arial" charset="0"/>
          <a:ea typeface="宋体" pitchFamily="2" charset="-122"/>
        </a:defRPr>
      </a:lvl3pPr>
      <a:lvl4pPr algn="ctr" rtl="0" eaLnBrk="1" fontAlgn="base" hangingPunct="1">
        <a:spcBef>
          <a:spcPct val="0"/>
        </a:spcBef>
        <a:spcAft>
          <a:spcPct val="0"/>
        </a:spcAft>
        <a:defRPr sz="2400">
          <a:solidFill>
            <a:schemeClr val="tx1"/>
          </a:solidFill>
          <a:latin typeface="Arial" charset="0"/>
          <a:ea typeface="宋体" pitchFamily="2" charset="-122"/>
        </a:defRPr>
      </a:lvl4pPr>
      <a:lvl5pPr algn="ctr" rtl="0" eaLnBrk="1" fontAlgn="base" hangingPunct="1">
        <a:spcBef>
          <a:spcPct val="0"/>
        </a:spcBef>
        <a:spcAft>
          <a:spcPct val="0"/>
        </a:spcAft>
        <a:defRPr sz="2400">
          <a:solidFill>
            <a:schemeClr val="tx1"/>
          </a:solidFill>
          <a:latin typeface="Arial" charset="0"/>
          <a:ea typeface="宋体" pitchFamily="2" charset="-122"/>
        </a:defRPr>
      </a:lvl5pPr>
      <a:lvl6pPr marL="342900" algn="ctr" rtl="0" eaLnBrk="1" fontAlgn="base" hangingPunct="1">
        <a:spcBef>
          <a:spcPct val="0"/>
        </a:spcBef>
        <a:spcAft>
          <a:spcPct val="0"/>
        </a:spcAft>
        <a:defRPr sz="2400">
          <a:solidFill>
            <a:schemeClr val="tx1"/>
          </a:solidFill>
          <a:latin typeface="Arial" charset="0"/>
          <a:ea typeface="宋体" pitchFamily="2" charset="-122"/>
        </a:defRPr>
      </a:lvl6pPr>
      <a:lvl7pPr marL="685800" algn="ctr" rtl="0" eaLnBrk="1" fontAlgn="base" hangingPunct="1">
        <a:spcBef>
          <a:spcPct val="0"/>
        </a:spcBef>
        <a:spcAft>
          <a:spcPct val="0"/>
        </a:spcAft>
        <a:defRPr sz="2400">
          <a:solidFill>
            <a:schemeClr val="tx1"/>
          </a:solidFill>
          <a:latin typeface="Arial" charset="0"/>
          <a:ea typeface="宋体" pitchFamily="2" charset="-122"/>
        </a:defRPr>
      </a:lvl7pPr>
      <a:lvl8pPr marL="1028700" algn="ctr" rtl="0" eaLnBrk="1" fontAlgn="base" hangingPunct="1">
        <a:spcBef>
          <a:spcPct val="0"/>
        </a:spcBef>
        <a:spcAft>
          <a:spcPct val="0"/>
        </a:spcAft>
        <a:defRPr sz="2400">
          <a:solidFill>
            <a:schemeClr val="tx1"/>
          </a:solidFill>
          <a:latin typeface="Arial" charset="0"/>
          <a:ea typeface="宋体" pitchFamily="2" charset="-122"/>
        </a:defRPr>
      </a:lvl8pPr>
      <a:lvl9pPr marL="1371600" algn="ctr" rtl="0" eaLnBrk="1" fontAlgn="base" hangingPunct="1">
        <a:spcBef>
          <a:spcPct val="0"/>
        </a:spcBef>
        <a:spcAft>
          <a:spcPct val="0"/>
        </a:spcAft>
        <a:defRPr sz="2400">
          <a:solidFill>
            <a:schemeClr val="tx1"/>
          </a:solidFill>
          <a:latin typeface="Arial" charset="0"/>
          <a:ea typeface="宋体" pitchFamily="2" charset="-122"/>
        </a:defRPr>
      </a:lvl9pPr>
    </p:titleStyle>
    <p:bodyStyle>
      <a:lvl1pPr marL="335756" indent="-335756" algn="l" rtl="0" eaLnBrk="1" fontAlgn="base" hangingPunct="1">
        <a:spcBef>
          <a:spcPct val="20000"/>
        </a:spcBef>
        <a:spcAft>
          <a:spcPct val="0"/>
        </a:spcAft>
        <a:buClr>
          <a:schemeClr val="accent1"/>
        </a:buClr>
        <a:buSzPct val="70000"/>
        <a:buFont typeface="Wingdings" panose="05000000000000000000" pitchFamily="2" charset="2"/>
        <a:buChar char="n"/>
        <a:defRPr sz="2100">
          <a:solidFill>
            <a:schemeClr val="tx1"/>
          </a:solidFill>
          <a:latin typeface="+mn-lt"/>
          <a:ea typeface="楷体" pitchFamily="49" charset="-122"/>
          <a:cs typeface="+mn-cs"/>
        </a:defRPr>
      </a:lvl1pPr>
      <a:lvl2pPr marL="666750" indent="-329804" algn="l" rtl="0" eaLnBrk="1" fontAlgn="base" hangingPunct="1">
        <a:spcBef>
          <a:spcPct val="20000"/>
        </a:spcBef>
        <a:spcAft>
          <a:spcPct val="0"/>
        </a:spcAft>
        <a:buClr>
          <a:schemeClr val="hlink"/>
        </a:buClr>
        <a:buSzPct val="65000"/>
        <a:buFont typeface="Wingdings" panose="05000000000000000000" pitchFamily="2" charset="2"/>
        <a:buChar char="¡"/>
        <a:defRPr sz="1800">
          <a:solidFill>
            <a:schemeClr val="tx1"/>
          </a:solidFill>
          <a:latin typeface="+mn-lt"/>
          <a:ea typeface="楷体" pitchFamily="49" charset="-122"/>
        </a:defRPr>
      </a:lvl2pPr>
      <a:lvl3pPr marL="970360" indent="-302419" algn="l" rtl="0" eaLnBrk="1" fontAlgn="base" hangingPunct="1">
        <a:spcBef>
          <a:spcPct val="20000"/>
        </a:spcBef>
        <a:spcAft>
          <a:spcPct val="0"/>
        </a:spcAft>
        <a:buClr>
          <a:schemeClr val="accent1"/>
        </a:buClr>
        <a:buSzPct val="70000"/>
        <a:buFont typeface="Wingdings" panose="05000000000000000000" pitchFamily="2" charset="2"/>
        <a:buChar char="n"/>
        <a:defRPr sz="1500">
          <a:solidFill>
            <a:schemeClr val="tx1"/>
          </a:solidFill>
          <a:latin typeface="+mn-lt"/>
          <a:ea typeface="楷体" pitchFamily="49" charset="-122"/>
        </a:defRPr>
      </a:lvl3pPr>
      <a:lvl4pPr marL="1260872" indent="-289322" algn="l" rtl="0" eaLnBrk="1" fontAlgn="base" hangingPunct="1">
        <a:spcBef>
          <a:spcPct val="20000"/>
        </a:spcBef>
        <a:spcAft>
          <a:spcPct val="0"/>
        </a:spcAft>
        <a:buClr>
          <a:schemeClr val="hlink"/>
        </a:buClr>
        <a:buSzPct val="75000"/>
        <a:buFont typeface="Wingdings" panose="05000000000000000000" pitchFamily="2" charset="2"/>
        <a:buChar char="¡"/>
        <a:defRPr sz="1500">
          <a:solidFill>
            <a:schemeClr val="tx1"/>
          </a:solidFill>
          <a:latin typeface="+mn-lt"/>
          <a:ea typeface="楷体" pitchFamily="49" charset="-122"/>
        </a:defRPr>
      </a:lvl4pPr>
      <a:lvl5pPr marL="1552575" indent="-290513" algn="l" rtl="0" eaLnBrk="1" fontAlgn="base" hangingPunct="1">
        <a:spcBef>
          <a:spcPct val="20000"/>
        </a:spcBef>
        <a:spcAft>
          <a:spcPct val="0"/>
        </a:spcAft>
        <a:buClr>
          <a:schemeClr val="accent1"/>
        </a:buClr>
        <a:buSzPct val="70000"/>
        <a:buFont typeface="Wingdings" panose="05000000000000000000" pitchFamily="2" charset="2"/>
        <a:buChar char="n"/>
        <a:defRPr sz="1200">
          <a:solidFill>
            <a:schemeClr val="tx1"/>
          </a:solidFill>
          <a:latin typeface="+mn-lt"/>
          <a:ea typeface="楷体" pitchFamily="49" charset="-122"/>
        </a:defRPr>
      </a:lvl5pPr>
      <a:lvl6pPr marL="1895475" indent="-290513" algn="l" rtl="0" eaLnBrk="1" fontAlgn="base" hangingPunct="1">
        <a:spcBef>
          <a:spcPct val="20000"/>
        </a:spcBef>
        <a:spcAft>
          <a:spcPct val="0"/>
        </a:spcAft>
        <a:buClr>
          <a:schemeClr val="accent1"/>
        </a:buClr>
        <a:buSzPct val="70000"/>
        <a:buFont typeface="Wingdings" pitchFamily="2" charset="2"/>
        <a:buChar char="n"/>
        <a:defRPr sz="1200">
          <a:solidFill>
            <a:schemeClr val="tx1"/>
          </a:solidFill>
          <a:latin typeface="+mn-lt"/>
          <a:ea typeface="+mn-ea"/>
        </a:defRPr>
      </a:lvl6pPr>
      <a:lvl7pPr marL="2238375" indent="-290513" algn="l" rtl="0" eaLnBrk="1" fontAlgn="base" hangingPunct="1">
        <a:spcBef>
          <a:spcPct val="20000"/>
        </a:spcBef>
        <a:spcAft>
          <a:spcPct val="0"/>
        </a:spcAft>
        <a:buClr>
          <a:schemeClr val="accent1"/>
        </a:buClr>
        <a:buSzPct val="70000"/>
        <a:buFont typeface="Wingdings" pitchFamily="2" charset="2"/>
        <a:buChar char="n"/>
        <a:defRPr sz="1200">
          <a:solidFill>
            <a:schemeClr val="tx1"/>
          </a:solidFill>
          <a:latin typeface="+mn-lt"/>
          <a:ea typeface="+mn-ea"/>
        </a:defRPr>
      </a:lvl7pPr>
      <a:lvl8pPr marL="2581275" indent="-290513" algn="l" rtl="0" eaLnBrk="1" fontAlgn="base" hangingPunct="1">
        <a:spcBef>
          <a:spcPct val="20000"/>
        </a:spcBef>
        <a:spcAft>
          <a:spcPct val="0"/>
        </a:spcAft>
        <a:buClr>
          <a:schemeClr val="accent1"/>
        </a:buClr>
        <a:buSzPct val="70000"/>
        <a:buFont typeface="Wingdings" pitchFamily="2" charset="2"/>
        <a:buChar char="n"/>
        <a:defRPr sz="1200">
          <a:solidFill>
            <a:schemeClr val="tx1"/>
          </a:solidFill>
          <a:latin typeface="+mn-lt"/>
          <a:ea typeface="+mn-ea"/>
        </a:defRPr>
      </a:lvl8pPr>
      <a:lvl9pPr marL="2924175" indent="-290513" algn="l" rtl="0" eaLnBrk="1" fontAlgn="base" hangingPunct="1">
        <a:spcBef>
          <a:spcPct val="20000"/>
        </a:spcBef>
        <a:spcAft>
          <a:spcPct val="0"/>
        </a:spcAft>
        <a:buClr>
          <a:schemeClr val="accent1"/>
        </a:buClr>
        <a:buSzPct val="70000"/>
        <a:buFont typeface="Wingdings" pitchFamily="2" charset="2"/>
        <a:buChar char="n"/>
        <a:defRPr sz="12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内容占位符 2"/>
          <p:cNvSpPr>
            <a:spLocks noGrp="1"/>
          </p:cNvSpPr>
          <p:nvPr>
            <p:ph type="subTitle" idx="1"/>
          </p:nvPr>
        </p:nvSpPr>
        <p:spPr/>
        <p:txBody>
          <a:bodyPr/>
          <a:lstStyle/>
          <a:p>
            <a:endParaRPr lang="zh-CN" altLang="en-US" smtClean="0">
              <a:ea typeface="宋体" panose="02010600030101010101" pitchFamily="2" charset="-122"/>
            </a:endParaRPr>
          </a:p>
        </p:txBody>
      </p:sp>
      <p:sp>
        <p:nvSpPr>
          <p:cNvPr id="3074" name="标题 4"/>
          <p:cNvSpPr>
            <a:spLocks noGrp="1"/>
          </p:cNvSpPr>
          <p:nvPr>
            <p:ph type="ctrTitle"/>
          </p:nvPr>
        </p:nvSpPr>
        <p:spPr/>
        <p:txBody>
          <a:bodyPr/>
          <a:lstStyle/>
          <a:p>
            <a:r>
              <a:rPr lang="en-US" altLang="zh-CN" sz="6000" smtClean="0">
                <a:ea typeface="宋体" panose="02010600030101010101" pitchFamily="2" charset="-122"/>
              </a:rPr>
              <a:t>C</a:t>
            </a:r>
            <a:r>
              <a:rPr lang="zh-CN" altLang="en-US" sz="6000" smtClean="0">
                <a:ea typeface="宋体" panose="02010600030101010101" pitchFamily="2" charset="-122"/>
              </a:rPr>
              <a:t>语言程序设计</a:t>
            </a:r>
          </a:p>
        </p:txBody>
      </p:sp>
      <p:sp>
        <p:nvSpPr>
          <p:cNvPr id="307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54F040DA-DC3C-4848-8B0C-8C40C5C1957B}" type="slidenum">
              <a:rPr lang="en-US" altLang="en-US" sz="1000" b="0"/>
              <a:pPr>
                <a:spcBef>
                  <a:spcPct val="0"/>
                </a:spcBef>
                <a:buClrTx/>
                <a:buSzTx/>
                <a:buFontTx/>
                <a:buNone/>
              </a:pPr>
              <a:t>1</a:t>
            </a:fld>
            <a:endParaRPr lang="en-US" altLang="en-US" sz="1000" b="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smtClean="0">
                <a:ea typeface="宋体" panose="02010600030101010101" pitchFamily="2" charset="-122"/>
              </a:rPr>
              <a:t>计算思维入门</a:t>
            </a:r>
          </a:p>
        </p:txBody>
      </p:sp>
      <p:sp>
        <p:nvSpPr>
          <p:cNvPr id="4099" name="内容占位符 2"/>
          <p:cNvSpPr>
            <a:spLocks noGrp="1"/>
          </p:cNvSpPr>
          <p:nvPr>
            <p:ph idx="1"/>
          </p:nvPr>
        </p:nvSpPr>
        <p:spPr/>
        <p:txBody>
          <a:bodyPr/>
          <a:lstStyle/>
          <a:p>
            <a:pPr eaLnBrk="1" hangingPunct="1"/>
            <a:r>
              <a:rPr lang="zh-CN" altLang="en-US" smtClean="0">
                <a:ea typeface="宋体" panose="02010600030101010101" pitchFamily="2" charset="-122"/>
              </a:rPr>
              <a:t>计算方法和模型使我们敢于去处理那些原本无法由任何个人独自完成的问题求解和系统设计。</a:t>
            </a:r>
            <a:endParaRPr lang="en-US" altLang="zh-CN" smtClean="0">
              <a:ea typeface="宋体" panose="02010600030101010101" pitchFamily="2" charset="-122"/>
            </a:endParaRPr>
          </a:p>
          <a:p>
            <a:pPr eaLnBrk="1" hangingPunct="1"/>
            <a:endParaRPr lang="en-US" altLang="zh-CN" smtClean="0">
              <a:ea typeface="宋体" panose="02010600030101010101" pitchFamily="2" charset="-122"/>
            </a:endParaRPr>
          </a:p>
          <a:p>
            <a:pPr eaLnBrk="1" hangingPunct="1"/>
            <a:r>
              <a:rPr lang="zh-CN" altLang="en-US" smtClean="0">
                <a:ea typeface="宋体" panose="02010600030101010101" pitchFamily="2" charset="-122"/>
              </a:rPr>
              <a:t>计算思维（</a:t>
            </a:r>
            <a:r>
              <a:rPr lang="en-US" altLang="zh-CN" smtClean="0">
                <a:ea typeface="宋体" panose="02010600030101010101" pitchFamily="2" charset="-122"/>
              </a:rPr>
              <a:t>Computational Thinking</a:t>
            </a:r>
            <a:r>
              <a:rPr lang="zh-CN" altLang="en-US" smtClean="0">
                <a:ea typeface="宋体" panose="02010600030101010101" pitchFamily="2" charset="-122"/>
              </a:rPr>
              <a:t>，</a:t>
            </a:r>
            <a:r>
              <a:rPr lang="en-US" altLang="zh-CN" smtClean="0">
                <a:ea typeface="宋体" panose="02010600030101010101" pitchFamily="2" charset="-122"/>
              </a:rPr>
              <a:t>CT</a:t>
            </a:r>
            <a:r>
              <a:rPr lang="zh-CN" altLang="en-US" smtClean="0">
                <a:ea typeface="宋体" panose="02010600030101010101" pitchFamily="2" charset="-122"/>
              </a:rPr>
              <a:t>）是运用计算机科学的基础概念去求解问题、设计系统和理解人类行为。</a:t>
            </a:r>
            <a:r>
              <a:rPr lang="en-US" altLang="zh-CN" smtClean="0">
                <a:ea typeface="宋体" panose="02010600030101010101" pitchFamily="2" charset="-122"/>
              </a:rPr>
              <a:t>CT</a:t>
            </a:r>
            <a:r>
              <a:rPr lang="zh-CN" altLang="en-US" smtClean="0">
                <a:ea typeface="宋体" panose="02010600030101010101" pitchFamily="2" charset="-122"/>
              </a:rPr>
              <a:t>的本质是抽象和自动化。它是如同所有人都具备“读、写、算”（简称</a:t>
            </a:r>
            <a:r>
              <a:rPr lang="en-US" altLang="zh-CN" smtClean="0">
                <a:ea typeface="宋体" panose="02010600030101010101" pitchFamily="2" charset="-122"/>
              </a:rPr>
              <a:t>3R</a:t>
            </a:r>
            <a:r>
              <a:rPr lang="zh-CN" altLang="en-US" smtClean="0">
                <a:ea typeface="宋体" panose="02010600030101010101" pitchFamily="2" charset="-122"/>
              </a:rPr>
              <a:t>）能力一样，都必须具备的思维能力。</a:t>
            </a:r>
          </a:p>
          <a:p>
            <a:pPr eaLnBrk="1" hangingPunct="1"/>
            <a:endParaRPr lang="zh-CN" altLang="en-US" smtClean="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zh-CN" altLang="en-US" smtClean="0">
                <a:ea typeface="宋体" panose="02010600030101010101" pitchFamily="2" charset="-122"/>
              </a:rPr>
              <a:t>计算思维入门</a:t>
            </a:r>
          </a:p>
        </p:txBody>
      </p:sp>
      <p:sp>
        <p:nvSpPr>
          <p:cNvPr id="3" name="内容占位符 2"/>
          <p:cNvSpPr>
            <a:spLocks noGrp="1"/>
          </p:cNvSpPr>
          <p:nvPr>
            <p:ph idx="1"/>
          </p:nvPr>
        </p:nvSpPr>
        <p:spPr>
          <a:xfrm>
            <a:off x="468313" y="1484313"/>
            <a:ext cx="8142287" cy="4752975"/>
          </a:xfrm>
        </p:spPr>
        <p:txBody>
          <a:bodyPr/>
          <a:lstStyle/>
          <a:p>
            <a:pPr marL="0" indent="0" eaLnBrk="1" hangingPunct="1">
              <a:buFont typeface="Wingdings" panose="05000000000000000000" pitchFamily="2" charset="2"/>
              <a:buNone/>
            </a:pPr>
            <a:r>
              <a:rPr lang="en-US" altLang="zh-CN" smtClean="0">
                <a:ea typeface="宋体" panose="02010600030101010101" pitchFamily="2" charset="-122"/>
              </a:rPr>
              <a:t>Abstraction</a:t>
            </a:r>
            <a:r>
              <a:rPr lang="zh-CN" altLang="en-US" smtClean="0">
                <a:ea typeface="宋体" panose="02010600030101010101" pitchFamily="2" charset="-122"/>
              </a:rPr>
              <a:t>（抽象）</a:t>
            </a:r>
          </a:p>
          <a:p>
            <a:pPr marL="0" indent="0" eaLnBrk="1" hangingPunct="1"/>
            <a:r>
              <a:rPr lang="zh-CN" altLang="en-US" sz="2400" smtClean="0">
                <a:ea typeface="宋体" panose="02010600030101010101" pitchFamily="2" charset="-122"/>
              </a:rPr>
              <a:t>计算思维是抽象化的过程。（与数学类似）</a:t>
            </a:r>
          </a:p>
          <a:p>
            <a:pPr marL="0" indent="0" eaLnBrk="1" hangingPunct="1"/>
            <a:r>
              <a:rPr lang="zh-CN" altLang="en-US" sz="2400" smtClean="0">
                <a:ea typeface="宋体" panose="02010600030101010101" pitchFamily="2" charset="-122"/>
              </a:rPr>
              <a:t>计算思维同时在多个抽象层次上同时进行。</a:t>
            </a:r>
          </a:p>
          <a:p>
            <a:pPr marL="0" indent="0" eaLnBrk="1" hangingPunct="1"/>
            <a:r>
              <a:rPr lang="zh-CN" altLang="en-US" sz="2400" smtClean="0">
                <a:ea typeface="宋体" panose="02010600030101010101" pitchFamily="2" charset="-122"/>
              </a:rPr>
              <a:t>计算思维定义层次之间的关系。</a:t>
            </a:r>
          </a:p>
          <a:p>
            <a:pPr marL="0" indent="0" eaLnBrk="1" hangingPunct="1">
              <a:buFont typeface="Wingdings" panose="05000000000000000000" pitchFamily="2" charset="2"/>
              <a:buNone/>
            </a:pPr>
            <a:r>
              <a:rPr lang="en-US" altLang="zh-CN" smtClean="0">
                <a:ea typeface="宋体" panose="02010600030101010101" pitchFamily="2" charset="-122"/>
              </a:rPr>
              <a:t>Automation</a:t>
            </a:r>
            <a:r>
              <a:rPr lang="zh-CN" altLang="en-US" smtClean="0">
                <a:ea typeface="宋体" panose="02010600030101010101" pitchFamily="2" charset="-122"/>
              </a:rPr>
              <a:t>（自动化） </a:t>
            </a:r>
          </a:p>
          <a:p>
            <a:pPr marL="0" indent="0" eaLnBrk="1" hangingPunct="1"/>
            <a:r>
              <a:rPr lang="zh-CN" altLang="en-US" sz="2400" smtClean="0">
                <a:ea typeface="宋体" panose="02010600030101010101" pitchFamily="2" charset="-122"/>
              </a:rPr>
              <a:t>计算思维的思考方式是：使抽象层次及其关系机械化。机械化的可行性是由精确和严格的符号和模型所保证。</a:t>
            </a:r>
          </a:p>
          <a:p>
            <a:pPr marL="0" indent="0" eaLnBrk="1" hangingPunct="1"/>
            <a:r>
              <a:rPr lang="zh-CN" altLang="en-US" sz="2400" smtClean="0">
                <a:ea typeface="宋体" panose="02010600030101010101" pitchFamily="2" charset="-122"/>
              </a:rPr>
              <a:t>在下面是一些“机器”（人或计算机，虚拟或实际的）。</a:t>
            </a:r>
          </a:p>
          <a:p>
            <a:pPr marL="0" indent="0" eaLnBrk="1" hangingPunct="1">
              <a:buFont typeface="Wingdings" panose="05000000000000000000" pitchFamily="2" charset="2"/>
              <a:buNone/>
            </a:pPr>
            <a:endParaRPr lang="zh-CN" altLang="en-US" smtClean="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67519" y="366331"/>
            <a:ext cx="7056437" cy="613157"/>
          </a:xfrm>
        </p:spPr>
        <p:txBody>
          <a:bodyPr/>
          <a:lstStyle/>
          <a:p>
            <a:r>
              <a:rPr lang="zh-CN" altLang="en-US" sz="3600" dirty="0" smtClean="0">
                <a:ea typeface="宋体" panose="02010600030101010101" pitchFamily="2" charset="-122"/>
              </a:rPr>
              <a:t>学习这门课程的目标</a:t>
            </a:r>
          </a:p>
        </p:txBody>
      </p:sp>
      <p:sp>
        <p:nvSpPr>
          <p:cNvPr id="7171" name="Rectangle 3"/>
          <p:cNvSpPr>
            <a:spLocks noGrp="1" noChangeArrowheads="1"/>
          </p:cNvSpPr>
          <p:nvPr>
            <p:ph idx="1"/>
          </p:nvPr>
        </p:nvSpPr>
        <p:spPr>
          <a:xfrm>
            <a:off x="323850" y="3141663"/>
            <a:ext cx="8229600" cy="3432175"/>
          </a:xfrm>
        </p:spPr>
        <p:txBody>
          <a:bodyPr/>
          <a:lstStyle/>
          <a:p>
            <a:r>
              <a:rPr lang="zh-CN" altLang="en-US" smtClean="0">
                <a:ea typeface="宋体" panose="02010600030101010101" pitchFamily="2" charset="-122"/>
              </a:rPr>
              <a:t>高层次的追求</a:t>
            </a:r>
          </a:p>
          <a:p>
            <a:pPr lvl="1"/>
            <a:endParaRPr lang="zh-CN" altLang="en-US" smtClean="0">
              <a:ea typeface="宋体" panose="02010600030101010101" pitchFamily="2" charset="-122"/>
            </a:endParaRPr>
          </a:p>
          <a:p>
            <a:endParaRPr lang="zh-CN" altLang="en-US" smtClean="0">
              <a:ea typeface="宋体" panose="02010600030101010101" pitchFamily="2" charset="-122"/>
            </a:endParaRPr>
          </a:p>
          <a:p>
            <a:endParaRPr lang="zh-CN" altLang="en-US" smtClean="0">
              <a:ea typeface="宋体" panose="02010600030101010101" pitchFamily="2" charset="-122"/>
            </a:endParaRPr>
          </a:p>
          <a:p>
            <a:r>
              <a:rPr lang="zh-CN" altLang="en-US" smtClean="0">
                <a:ea typeface="宋体" panose="02010600030101010101" pitchFamily="2" charset="-122"/>
              </a:rPr>
              <a:t>低层次的追求</a:t>
            </a:r>
          </a:p>
          <a:p>
            <a:pPr lvl="1"/>
            <a:r>
              <a:rPr lang="zh-CN" altLang="en-US" smtClean="0">
                <a:ea typeface="宋体" panose="02010600030101010101" pitchFamily="2" charset="-122"/>
              </a:rPr>
              <a:t>课程过关</a:t>
            </a:r>
          </a:p>
        </p:txBody>
      </p:sp>
      <p:sp>
        <p:nvSpPr>
          <p:cNvPr id="7172" name="AutoShape 4"/>
          <p:cNvSpPr>
            <a:spLocks noChangeArrowheads="1"/>
          </p:cNvSpPr>
          <p:nvPr/>
        </p:nvSpPr>
        <p:spPr bwMode="auto">
          <a:xfrm>
            <a:off x="4103688" y="1052513"/>
            <a:ext cx="5040312" cy="1871662"/>
          </a:xfrm>
          <a:prstGeom prst="irregularSeal2">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r>
              <a:rPr lang="zh-CN" altLang="en-US" sz="2800">
                <a:latin typeface="Times New Roman" panose="02020603050405020304" pitchFamily="18" charset="0"/>
              </a:rPr>
              <a:t>科研和工程中的</a:t>
            </a:r>
          </a:p>
          <a:p>
            <a:pPr algn="ctr" eaLnBrk="1" hangingPunct="1">
              <a:spcBef>
                <a:spcPct val="0"/>
              </a:spcBef>
              <a:buClrTx/>
              <a:buSzTx/>
              <a:buFontTx/>
              <a:buNone/>
            </a:pPr>
            <a:r>
              <a:rPr lang="zh-CN" altLang="en-US" sz="2800">
                <a:latin typeface="Times New Roman" panose="02020603050405020304" pitchFamily="18" charset="0"/>
              </a:rPr>
              <a:t>计算思维能力</a:t>
            </a:r>
          </a:p>
        </p:txBody>
      </p:sp>
      <p:sp>
        <p:nvSpPr>
          <p:cNvPr id="7173" name="AutoShape 5"/>
          <p:cNvSpPr>
            <a:spLocks noChangeArrowheads="1"/>
          </p:cNvSpPr>
          <p:nvPr/>
        </p:nvSpPr>
        <p:spPr bwMode="auto">
          <a:xfrm>
            <a:off x="6516688" y="2349500"/>
            <a:ext cx="2627312" cy="1871663"/>
          </a:xfrm>
          <a:prstGeom prst="irregularSeal2">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r>
              <a:rPr lang="zh-CN" altLang="en-US" sz="2800">
                <a:latin typeface="Times New Roman" panose="02020603050405020304" pitchFamily="18" charset="0"/>
              </a:rPr>
              <a:t>工具的开发者</a:t>
            </a:r>
          </a:p>
        </p:txBody>
      </p:sp>
      <p:sp>
        <p:nvSpPr>
          <p:cNvPr id="7174" name="AutoShape 6"/>
          <p:cNvSpPr>
            <a:spLocks noChangeArrowheads="1"/>
          </p:cNvSpPr>
          <p:nvPr/>
        </p:nvSpPr>
        <p:spPr bwMode="auto">
          <a:xfrm>
            <a:off x="3995738" y="3500438"/>
            <a:ext cx="2808287" cy="2160587"/>
          </a:xfrm>
          <a:prstGeom prst="irregularSeal2">
            <a:avLst/>
          </a:prstGeom>
          <a:solidFill>
            <a:schemeClr val="accent1"/>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r>
              <a:rPr lang="zh-CN" altLang="en-US" sz="2800">
                <a:latin typeface="Times New Roman" panose="02020603050405020304" pitchFamily="18" charset="0"/>
              </a:rPr>
              <a:t>与软件人员良好</a:t>
            </a:r>
          </a:p>
          <a:p>
            <a:pPr algn="ctr" eaLnBrk="1" hangingPunct="1">
              <a:spcBef>
                <a:spcPct val="0"/>
              </a:spcBef>
              <a:buClrTx/>
              <a:buSzTx/>
              <a:buFontTx/>
              <a:buNone/>
            </a:pPr>
            <a:r>
              <a:rPr lang="zh-CN" altLang="en-US" sz="2800">
                <a:latin typeface="Times New Roman" panose="02020603050405020304" pitchFamily="18" charset="0"/>
              </a:rPr>
              <a:t>交流的能力</a:t>
            </a:r>
          </a:p>
        </p:txBody>
      </p:sp>
      <p:sp>
        <p:nvSpPr>
          <p:cNvPr id="7175" name="Line 8"/>
          <p:cNvSpPr>
            <a:spLocks noChangeShapeType="1"/>
          </p:cNvSpPr>
          <p:nvPr/>
        </p:nvSpPr>
        <p:spPr bwMode="auto">
          <a:xfrm flipV="1">
            <a:off x="3276600" y="2492375"/>
            <a:ext cx="1079500" cy="576263"/>
          </a:xfrm>
          <a:prstGeom prst="line">
            <a:avLst/>
          </a:prstGeom>
          <a:noFill/>
          <a:ln w="47625" cmpd="dbl">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7176" name="Line 9"/>
          <p:cNvSpPr>
            <a:spLocks noChangeShapeType="1"/>
          </p:cNvSpPr>
          <p:nvPr/>
        </p:nvSpPr>
        <p:spPr bwMode="auto">
          <a:xfrm flipV="1">
            <a:off x="3348038" y="3357563"/>
            <a:ext cx="3095625" cy="142875"/>
          </a:xfrm>
          <a:prstGeom prst="line">
            <a:avLst/>
          </a:prstGeom>
          <a:noFill/>
          <a:ln w="47625" cmpd="dbl">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7177" name="Line 10"/>
          <p:cNvSpPr>
            <a:spLocks noChangeShapeType="1"/>
          </p:cNvSpPr>
          <p:nvPr/>
        </p:nvSpPr>
        <p:spPr bwMode="auto">
          <a:xfrm>
            <a:off x="3059113" y="3860800"/>
            <a:ext cx="936625" cy="647700"/>
          </a:xfrm>
          <a:prstGeom prst="line">
            <a:avLst/>
          </a:prstGeom>
          <a:noFill/>
          <a:ln w="47625" cmpd="dbl">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971550" y="1700213"/>
            <a:ext cx="6624638" cy="1012825"/>
          </a:xfrm>
        </p:spPr>
        <p:txBody>
          <a:bodyPr/>
          <a:lstStyle/>
          <a:p>
            <a:r>
              <a:rPr lang="zh-CN" altLang="en-US" sz="4300" smtClean="0">
                <a:latin typeface="Times New Roman" panose="02020603050405020304" pitchFamily="18" charset="0"/>
                <a:ea typeface="宋体" panose="02010600030101010101" pitchFamily="2" charset="-122"/>
              </a:rPr>
              <a:t>第</a:t>
            </a:r>
            <a:r>
              <a:rPr lang="en-US" altLang="zh-CN" sz="4300" smtClean="0">
                <a:latin typeface="Times New Roman" panose="02020603050405020304" pitchFamily="18" charset="0"/>
                <a:ea typeface="宋体" panose="02010600030101010101" pitchFamily="2" charset="-122"/>
              </a:rPr>
              <a:t>1</a:t>
            </a:r>
            <a:r>
              <a:rPr lang="zh-CN" altLang="en-US" sz="4300" smtClean="0">
                <a:latin typeface="Times New Roman" panose="02020603050405020304" pitchFamily="18" charset="0"/>
                <a:ea typeface="宋体" panose="02010600030101010101" pitchFamily="2" charset="-122"/>
              </a:rPr>
              <a:t>章  </a:t>
            </a:r>
            <a:r>
              <a:rPr lang="en-US" altLang="zh-CN" sz="4300" smtClean="0">
                <a:latin typeface="Times New Roman" panose="02020603050405020304" pitchFamily="18" charset="0"/>
                <a:ea typeface="宋体" panose="02010600030101010101" pitchFamily="2" charset="-122"/>
              </a:rPr>
              <a:t>C</a:t>
            </a:r>
            <a:r>
              <a:rPr lang="zh-CN" altLang="en-US" sz="4300" smtClean="0">
                <a:latin typeface="Times New Roman" panose="02020603050405020304" pitchFamily="18" charset="0"/>
                <a:ea typeface="宋体" panose="02010600030101010101" pitchFamily="2" charset="-122"/>
              </a:rPr>
              <a:t>程序设计概述</a:t>
            </a:r>
          </a:p>
        </p:txBody>
      </p:sp>
      <p:sp>
        <p:nvSpPr>
          <p:cNvPr id="41" name="Line 2"/>
          <p:cNvSpPr>
            <a:spLocks noChangeShapeType="1"/>
          </p:cNvSpPr>
          <p:nvPr/>
        </p:nvSpPr>
        <p:spPr bwMode="auto">
          <a:xfrm>
            <a:off x="7315200" y="1066800"/>
            <a:ext cx="0" cy="1752600"/>
          </a:xfrm>
          <a:prstGeom prst="line">
            <a:avLst/>
          </a:prstGeom>
          <a:noFill/>
          <a:ln w="9525">
            <a:solidFill>
              <a:schemeClr val="accent2"/>
            </a:solidFill>
            <a:round/>
            <a:headEnd/>
            <a:tailEnd/>
          </a:ln>
          <a:effectLst/>
        </p:spPr>
        <p:txBody>
          <a:bodyPr/>
          <a:lstStyle/>
          <a:p>
            <a:pPr>
              <a:defRPr/>
            </a:pPr>
            <a:endParaRPr lang="zh-CN" altLang="en-US" sz="1800" b="0">
              <a:latin typeface="Arial" charset="0"/>
              <a:ea typeface="+mn-ea"/>
            </a:endParaRPr>
          </a:p>
        </p:txBody>
      </p:sp>
      <p:sp>
        <p:nvSpPr>
          <p:cNvPr id="42" name="Line 8"/>
          <p:cNvSpPr>
            <a:spLocks noChangeShapeType="1"/>
          </p:cNvSpPr>
          <p:nvPr/>
        </p:nvSpPr>
        <p:spPr bwMode="auto">
          <a:xfrm>
            <a:off x="838200" y="2819400"/>
            <a:ext cx="6477000" cy="0"/>
          </a:xfrm>
          <a:prstGeom prst="line">
            <a:avLst/>
          </a:prstGeom>
          <a:noFill/>
          <a:ln w="6350">
            <a:solidFill>
              <a:schemeClr val="accent2"/>
            </a:solidFill>
            <a:round/>
            <a:headEnd/>
            <a:tailEnd/>
          </a:ln>
          <a:effectLst/>
        </p:spPr>
        <p:txBody>
          <a:bodyPr/>
          <a:lstStyle/>
          <a:p>
            <a:pPr>
              <a:defRPr/>
            </a:pPr>
            <a:endParaRPr lang="zh-CN" altLang="en-US" sz="1800" b="0">
              <a:latin typeface="Arial" charset="0"/>
              <a:ea typeface="+mn-ea"/>
            </a:endParaRPr>
          </a:p>
        </p:txBody>
      </p:sp>
      <p:grpSp>
        <p:nvGrpSpPr>
          <p:cNvPr id="9221" name="Group 9" descr="decorative graphic made up of dots"/>
          <p:cNvGrpSpPr>
            <a:grpSpLocks/>
          </p:cNvGrpSpPr>
          <p:nvPr/>
        </p:nvGrpSpPr>
        <p:grpSpPr bwMode="auto">
          <a:xfrm>
            <a:off x="7467600" y="1219200"/>
            <a:ext cx="792163" cy="1295400"/>
            <a:chOff x="5136" y="960"/>
            <a:chExt cx="528" cy="864"/>
          </a:xfrm>
        </p:grpSpPr>
        <p:sp>
          <p:nvSpPr>
            <p:cNvPr id="9254" name="Oval 10"/>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5" name="Oval 11"/>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6" name="Oval 12"/>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7" name="Oval 13"/>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8" name="Oval 14"/>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9" name="Oval 15"/>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0" name="Oval 16"/>
            <p:cNvSpPr>
              <a:spLocks noChangeArrowheads="1"/>
            </p:cNvSpPr>
            <p:nvPr/>
          </p:nvSpPr>
          <p:spPr bwMode="auto">
            <a:xfrm>
              <a:off x="5472" y="1072"/>
              <a:ext cx="76"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1" name="Oval 17"/>
            <p:cNvSpPr>
              <a:spLocks noChangeArrowheads="1"/>
            </p:cNvSpPr>
            <p:nvPr/>
          </p:nvSpPr>
          <p:spPr bwMode="auto">
            <a:xfrm>
              <a:off x="5136" y="1184"/>
              <a:ext cx="80" cy="7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2" name="Oval 18"/>
            <p:cNvSpPr>
              <a:spLocks noChangeArrowheads="1"/>
            </p:cNvSpPr>
            <p:nvPr/>
          </p:nvSpPr>
          <p:spPr bwMode="auto">
            <a:xfrm>
              <a:off x="5248" y="1184"/>
              <a:ext cx="79" cy="7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3" name="Oval 19"/>
            <p:cNvSpPr>
              <a:spLocks noChangeArrowheads="1"/>
            </p:cNvSpPr>
            <p:nvPr/>
          </p:nvSpPr>
          <p:spPr bwMode="auto">
            <a:xfrm>
              <a:off x="5360" y="1184"/>
              <a:ext cx="76" cy="7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4" name="Oval 20"/>
            <p:cNvSpPr>
              <a:spLocks noChangeArrowheads="1"/>
            </p:cNvSpPr>
            <p:nvPr/>
          </p:nvSpPr>
          <p:spPr bwMode="auto">
            <a:xfrm>
              <a:off x="5472" y="1184"/>
              <a:ext cx="76" cy="7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5" name="Oval 21"/>
            <p:cNvSpPr>
              <a:spLocks noChangeArrowheads="1"/>
            </p:cNvSpPr>
            <p:nvPr/>
          </p:nvSpPr>
          <p:spPr bwMode="auto">
            <a:xfrm>
              <a:off x="5584" y="1184"/>
              <a:ext cx="80"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6" name="Oval 22"/>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7" name="Oval 23"/>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8" name="Oval 24"/>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69" name="Oval 25"/>
            <p:cNvSpPr>
              <a:spLocks noChangeArrowheads="1"/>
            </p:cNvSpPr>
            <p:nvPr/>
          </p:nvSpPr>
          <p:spPr bwMode="auto">
            <a:xfrm>
              <a:off x="5472" y="1296"/>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0" name="Oval 26"/>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1" name="Oval 27"/>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2" name="Oval 28"/>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3" name="Oval 29"/>
            <p:cNvSpPr>
              <a:spLocks noChangeArrowheads="1"/>
            </p:cNvSpPr>
            <p:nvPr/>
          </p:nvSpPr>
          <p:spPr bwMode="auto">
            <a:xfrm>
              <a:off x="5472"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4" name="Oval 30"/>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5" name="Oval 31"/>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6" name="Oval 32"/>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7" name="Oval 33"/>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8" name="Oval 34"/>
            <p:cNvSpPr>
              <a:spLocks noChangeArrowheads="1"/>
            </p:cNvSpPr>
            <p:nvPr/>
          </p:nvSpPr>
          <p:spPr bwMode="auto">
            <a:xfrm>
              <a:off x="5472" y="1520"/>
              <a:ext cx="76"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79" name="Oval 35"/>
            <p:cNvSpPr>
              <a:spLocks noChangeArrowheads="1"/>
            </p:cNvSpPr>
            <p:nvPr/>
          </p:nvSpPr>
          <p:spPr bwMode="auto">
            <a:xfrm>
              <a:off x="5136" y="1632"/>
              <a:ext cx="80"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80" name="Oval 36"/>
            <p:cNvSpPr>
              <a:spLocks noChangeArrowheads="1"/>
            </p:cNvSpPr>
            <p:nvPr/>
          </p:nvSpPr>
          <p:spPr bwMode="auto">
            <a:xfrm>
              <a:off x="5248" y="1632"/>
              <a:ext cx="79"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81" name="Oval 37"/>
            <p:cNvSpPr>
              <a:spLocks noChangeArrowheads="1"/>
            </p:cNvSpPr>
            <p:nvPr/>
          </p:nvSpPr>
          <p:spPr bwMode="auto">
            <a:xfrm>
              <a:off x="5360" y="1632"/>
              <a:ext cx="76" cy="76"/>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82" name="Oval 38"/>
            <p:cNvSpPr>
              <a:spLocks noChangeArrowheads="1"/>
            </p:cNvSpPr>
            <p:nvPr/>
          </p:nvSpPr>
          <p:spPr bwMode="auto">
            <a:xfrm>
              <a:off x="5472" y="1632"/>
              <a:ext cx="76" cy="76"/>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83" name="Oval 39"/>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84" name="Oval 40"/>
            <p:cNvSpPr>
              <a:spLocks noChangeArrowheads="1"/>
            </p:cNvSpPr>
            <p:nvPr/>
          </p:nvSpPr>
          <p:spPr bwMode="auto">
            <a:xfrm>
              <a:off x="5472" y="1744"/>
              <a:ext cx="76"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grpSp>
      <p:grpSp>
        <p:nvGrpSpPr>
          <p:cNvPr id="9222" name="Group 41" descr="decorative graphic made up of dots"/>
          <p:cNvGrpSpPr>
            <a:grpSpLocks/>
          </p:cNvGrpSpPr>
          <p:nvPr/>
        </p:nvGrpSpPr>
        <p:grpSpPr bwMode="auto">
          <a:xfrm>
            <a:off x="7467600" y="1219200"/>
            <a:ext cx="792163" cy="1295400"/>
            <a:chOff x="5136" y="960"/>
            <a:chExt cx="528" cy="864"/>
          </a:xfrm>
        </p:grpSpPr>
        <p:sp>
          <p:nvSpPr>
            <p:cNvPr id="9223" name="Oval 42"/>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24" name="Oval 43"/>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25" name="Oval 44"/>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26" name="Oval 45"/>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27" name="Oval 46"/>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28" name="Oval 47"/>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29" name="Oval 48"/>
            <p:cNvSpPr>
              <a:spLocks noChangeArrowheads="1"/>
            </p:cNvSpPr>
            <p:nvPr/>
          </p:nvSpPr>
          <p:spPr bwMode="auto">
            <a:xfrm>
              <a:off x="5472" y="1072"/>
              <a:ext cx="76"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0" name="Oval 49"/>
            <p:cNvSpPr>
              <a:spLocks noChangeArrowheads="1"/>
            </p:cNvSpPr>
            <p:nvPr/>
          </p:nvSpPr>
          <p:spPr bwMode="auto">
            <a:xfrm>
              <a:off x="5136" y="1184"/>
              <a:ext cx="80" cy="7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1" name="Oval 50"/>
            <p:cNvSpPr>
              <a:spLocks noChangeArrowheads="1"/>
            </p:cNvSpPr>
            <p:nvPr/>
          </p:nvSpPr>
          <p:spPr bwMode="auto">
            <a:xfrm>
              <a:off x="5248" y="1184"/>
              <a:ext cx="79" cy="76"/>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2" name="Oval 51"/>
            <p:cNvSpPr>
              <a:spLocks noChangeArrowheads="1"/>
            </p:cNvSpPr>
            <p:nvPr/>
          </p:nvSpPr>
          <p:spPr bwMode="auto">
            <a:xfrm>
              <a:off x="5360" y="1184"/>
              <a:ext cx="76" cy="7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3" name="Oval 52"/>
            <p:cNvSpPr>
              <a:spLocks noChangeArrowheads="1"/>
            </p:cNvSpPr>
            <p:nvPr/>
          </p:nvSpPr>
          <p:spPr bwMode="auto">
            <a:xfrm>
              <a:off x="5472" y="1184"/>
              <a:ext cx="76" cy="76"/>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4" name="Oval 53"/>
            <p:cNvSpPr>
              <a:spLocks noChangeArrowheads="1"/>
            </p:cNvSpPr>
            <p:nvPr/>
          </p:nvSpPr>
          <p:spPr bwMode="auto">
            <a:xfrm>
              <a:off x="5584" y="1184"/>
              <a:ext cx="80"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5" name="Oval 54"/>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6" name="Oval 55"/>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7" name="Oval 56"/>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8" name="Oval 57"/>
            <p:cNvSpPr>
              <a:spLocks noChangeArrowheads="1"/>
            </p:cNvSpPr>
            <p:nvPr/>
          </p:nvSpPr>
          <p:spPr bwMode="auto">
            <a:xfrm>
              <a:off x="5472" y="1296"/>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39" name="Oval 58"/>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0" name="Oval 59"/>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1" name="Oval 60"/>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2" name="Oval 61"/>
            <p:cNvSpPr>
              <a:spLocks noChangeArrowheads="1"/>
            </p:cNvSpPr>
            <p:nvPr/>
          </p:nvSpPr>
          <p:spPr bwMode="auto">
            <a:xfrm>
              <a:off x="5472"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3" name="Oval 62"/>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4" name="Oval 63"/>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5" name="Oval 64"/>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6" name="Oval 65"/>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7" name="Oval 66"/>
            <p:cNvSpPr>
              <a:spLocks noChangeArrowheads="1"/>
            </p:cNvSpPr>
            <p:nvPr/>
          </p:nvSpPr>
          <p:spPr bwMode="auto">
            <a:xfrm>
              <a:off x="5472" y="1520"/>
              <a:ext cx="76"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8" name="Oval 67"/>
            <p:cNvSpPr>
              <a:spLocks noChangeArrowheads="1"/>
            </p:cNvSpPr>
            <p:nvPr/>
          </p:nvSpPr>
          <p:spPr bwMode="auto">
            <a:xfrm>
              <a:off x="5136" y="1632"/>
              <a:ext cx="80"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49" name="Oval 68"/>
            <p:cNvSpPr>
              <a:spLocks noChangeArrowheads="1"/>
            </p:cNvSpPr>
            <p:nvPr/>
          </p:nvSpPr>
          <p:spPr bwMode="auto">
            <a:xfrm>
              <a:off x="5248" y="1632"/>
              <a:ext cx="79" cy="7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0" name="Oval 69"/>
            <p:cNvSpPr>
              <a:spLocks noChangeArrowheads="1"/>
            </p:cNvSpPr>
            <p:nvPr/>
          </p:nvSpPr>
          <p:spPr bwMode="auto">
            <a:xfrm>
              <a:off x="5360" y="1632"/>
              <a:ext cx="76" cy="76"/>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1" name="Oval 70"/>
            <p:cNvSpPr>
              <a:spLocks noChangeArrowheads="1"/>
            </p:cNvSpPr>
            <p:nvPr/>
          </p:nvSpPr>
          <p:spPr bwMode="auto">
            <a:xfrm>
              <a:off x="5472" y="1632"/>
              <a:ext cx="76" cy="76"/>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2" name="Oval 71"/>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sp>
          <p:nvSpPr>
            <p:cNvPr id="9253" name="Oval 72"/>
            <p:cNvSpPr>
              <a:spLocks noChangeArrowheads="1"/>
            </p:cNvSpPr>
            <p:nvPr/>
          </p:nvSpPr>
          <p:spPr bwMode="auto">
            <a:xfrm>
              <a:off x="5472" y="1744"/>
              <a:ext cx="76"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gn="ctr" eaLnBrk="1" hangingPunct="1">
                <a:spcBef>
                  <a:spcPct val="0"/>
                </a:spcBef>
                <a:buClrTx/>
                <a:buSzTx/>
                <a:buFontTx/>
                <a:buNone/>
              </a:pPr>
              <a:endParaRPr lang="zh-CN" altLang="zh-CN" sz="2800">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8" name="Rectangle 13"/>
          <p:cNvSpPr>
            <a:spLocks noGrp="1" noChangeArrowheads="1"/>
          </p:cNvSpPr>
          <p:nvPr>
            <p:ph type="title"/>
          </p:nvPr>
        </p:nvSpPr>
        <p:spPr>
          <a:xfrm>
            <a:off x="755576" y="263227"/>
            <a:ext cx="6262687" cy="746720"/>
          </a:xfrm>
        </p:spPr>
        <p:txBody>
          <a:bodyPr/>
          <a:lstStyle/>
          <a:p>
            <a:r>
              <a:rPr lang="en-US" altLang="zh-CN" sz="4300" dirty="0" smtClean="0">
                <a:latin typeface="Times New Roman" panose="02020603050405020304" pitchFamily="18" charset="0"/>
                <a:ea typeface="宋体" panose="02010600030101010101" pitchFamily="2" charset="-122"/>
              </a:rPr>
              <a:t>1.1 </a:t>
            </a:r>
            <a:r>
              <a:rPr lang="zh-CN" altLang="en-US" sz="4300" dirty="0" smtClean="0">
                <a:latin typeface="Times New Roman" panose="02020603050405020304" pitchFamily="18" charset="0"/>
                <a:ea typeface="宋体" panose="02010600030101010101" pitchFamily="2" charset="-122"/>
              </a:rPr>
              <a:t>程序设计语言</a:t>
            </a:r>
          </a:p>
        </p:txBody>
      </p:sp>
      <p:sp>
        <p:nvSpPr>
          <p:cNvPr id="102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A0DEB029-28DE-41BA-A9C7-AA488D96C5F7}" type="slidenum">
              <a:rPr lang="en-US" altLang="en-US" sz="1000" b="0"/>
              <a:pPr>
                <a:spcBef>
                  <a:spcPct val="0"/>
                </a:spcBef>
                <a:buClrTx/>
                <a:buSzTx/>
                <a:buFontTx/>
                <a:buNone/>
              </a:pPr>
              <a:t>6</a:t>
            </a:fld>
            <a:endParaRPr lang="en-US" altLang="en-US" sz="1000" b="0"/>
          </a:p>
        </p:txBody>
      </p:sp>
      <p:sp>
        <p:nvSpPr>
          <p:cNvPr id="10243" name="Text Box 8"/>
          <p:cNvSpPr txBox="1">
            <a:spLocks noChangeArrowheads="1"/>
          </p:cNvSpPr>
          <p:nvPr/>
        </p:nvSpPr>
        <p:spPr bwMode="auto">
          <a:xfrm>
            <a:off x="827088" y="3716338"/>
            <a:ext cx="3816350"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2800">
                <a:solidFill>
                  <a:srgbClr val="0000FF"/>
                </a:solidFill>
                <a:latin typeface="楷体_GB2312" pitchFamily="49" charset="-122"/>
                <a:ea typeface="楷体_GB2312" pitchFamily="49" charset="-122"/>
              </a:rPr>
              <a:t>按对机器依赖性、 </a:t>
            </a:r>
          </a:p>
          <a:p>
            <a:pPr eaLnBrk="1" hangingPunct="1">
              <a:spcBef>
                <a:spcPct val="50000"/>
              </a:spcBef>
              <a:buClrTx/>
              <a:buSzTx/>
              <a:buFontTx/>
              <a:buNone/>
            </a:pPr>
            <a:r>
              <a:rPr lang="zh-CN" altLang="en-US" sz="2800">
                <a:solidFill>
                  <a:srgbClr val="0000FF"/>
                </a:solidFill>
                <a:latin typeface="楷体_GB2312" pitchFamily="49" charset="-122"/>
                <a:ea typeface="楷体_GB2312" pitchFamily="49" charset="-122"/>
              </a:rPr>
              <a:t>接近自然语言的程度、 </a:t>
            </a:r>
          </a:p>
          <a:p>
            <a:pPr eaLnBrk="1" hangingPunct="1">
              <a:spcBef>
                <a:spcPct val="50000"/>
              </a:spcBef>
              <a:buClrTx/>
              <a:buSzTx/>
              <a:buFontTx/>
              <a:buNone/>
            </a:pPr>
            <a:r>
              <a:rPr lang="zh-CN" altLang="en-US" sz="2800">
                <a:solidFill>
                  <a:srgbClr val="0000FF"/>
                </a:solidFill>
                <a:latin typeface="楷体_GB2312" pitchFamily="49" charset="-122"/>
                <a:ea typeface="楷体_GB2312" pitchFamily="49" charset="-122"/>
              </a:rPr>
              <a:t>语言的发展过程</a:t>
            </a:r>
            <a:r>
              <a:rPr lang="zh-CN" altLang="en-US" sz="1800" b="0">
                <a:solidFill>
                  <a:srgbClr val="0000FF"/>
                </a:solidFill>
              </a:rPr>
              <a:t> </a:t>
            </a:r>
          </a:p>
        </p:txBody>
      </p:sp>
      <p:sp>
        <p:nvSpPr>
          <p:cNvPr id="10244" name="AutoShape 9"/>
          <p:cNvSpPr>
            <a:spLocks/>
          </p:cNvSpPr>
          <p:nvPr/>
        </p:nvSpPr>
        <p:spPr bwMode="auto">
          <a:xfrm>
            <a:off x="4356100" y="3789363"/>
            <a:ext cx="144463" cy="1728787"/>
          </a:xfrm>
          <a:prstGeom prst="leftBrace">
            <a:avLst>
              <a:gd name="adj1" fmla="val 9972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0245" name="Rectangle 10"/>
          <p:cNvSpPr>
            <a:spLocks noChangeArrowheads="1"/>
          </p:cNvSpPr>
          <p:nvPr/>
        </p:nvSpPr>
        <p:spPr bwMode="auto">
          <a:xfrm>
            <a:off x="4643438" y="3573463"/>
            <a:ext cx="179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r>
              <a:rPr lang="zh-CN" altLang="en-US" sz="2800">
                <a:solidFill>
                  <a:srgbClr val="0000FF"/>
                </a:solidFill>
                <a:latin typeface="楷体_GB2312" pitchFamily="49" charset="-122"/>
                <a:ea typeface="楷体_GB2312" pitchFamily="49" charset="-122"/>
              </a:rPr>
              <a:t>机器语言 </a:t>
            </a:r>
          </a:p>
        </p:txBody>
      </p:sp>
      <p:sp>
        <p:nvSpPr>
          <p:cNvPr id="10246" name="Rectangle 11"/>
          <p:cNvSpPr>
            <a:spLocks noChangeArrowheads="1"/>
          </p:cNvSpPr>
          <p:nvPr/>
        </p:nvSpPr>
        <p:spPr bwMode="auto">
          <a:xfrm>
            <a:off x="4643438" y="4365625"/>
            <a:ext cx="167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r>
              <a:rPr lang="zh-CN" altLang="en-US" sz="2800">
                <a:solidFill>
                  <a:srgbClr val="0000FF"/>
                </a:solidFill>
                <a:ea typeface="楷体_GB2312" pitchFamily="49" charset="-122"/>
              </a:rPr>
              <a:t>汇编语言</a:t>
            </a:r>
            <a:r>
              <a:rPr lang="zh-CN" altLang="en-US" sz="1800" b="0">
                <a:solidFill>
                  <a:srgbClr val="0000FF"/>
                </a:solidFill>
              </a:rPr>
              <a:t> </a:t>
            </a:r>
          </a:p>
        </p:txBody>
      </p:sp>
      <p:sp>
        <p:nvSpPr>
          <p:cNvPr id="10247" name="Rectangle 12"/>
          <p:cNvSpPr>
            <a:spLocks noChangeArrowheads="1"/>
          </p:cNvSpPr>
          <p:nvPr/>
        </p:nvSpPr>
        <p:spPr bwMode="auto">
          <a:xfrm>
            <a:off x="4643438" y="5084763"/>
            <a:ext cx="17922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r>
              <a:rPr lang="zh-CN" altLang="en-US" sz="2800">
                <a:solidFill>
                  <a:srgbClr val="0000FF"/>
                </a:solidFill>
                <a:latin typeface="楷体_GB2312" pitchFamily="49" charset="-122"/>
                <a:ea typeface="楷体_GB2312" pitchFamily="49" charset="-122"/>
              </a:rPr>
              <a:t>高级语言 </a:t>
            </a:r>
          </a:p>
        </p:txBody>
      </p:sp>
      <p:sp>
        <p:nvSpPr>
          <p:cNvPr id="7182" name="Text Box 14"/>
          <p:cNvSpPr txBox="1">
            <a:spLocks noChangeArrowheads="1"/>
          </p:cNvSpPr>
          <p:nvPr/>
        </p:nvSpPr>
        <p:spPr bwMode="auto">
          <a:xfrm>
            <a:off x="539750" y="1628775"/>
            <a:ext cx="8280400" cy="1587500"/>
          </a:xfrm>
          <a:prstGeom prst="rect">
            <a:avLst/>
          </a:prstGeom>
          <a:noFill/>
          <a:ln w="9525">
            <a:noFill/>
            <a:miter lim="800000"/>
            <a:headEnd/>
            <a:tailEnd/>
          </a:ln>
          <a:effectLst/>
        </p:spPr>
        <p:txBody>
          <a:bodyPr>
            <a:spAutoFit/>
          </a:bodyPr>
          <a:lstStyle/>
          <a:p>
            <a:pPr eaLnBrk="1" hangingPunct="1">
              <a:spcBef>
                <a:spcPct val="50000"/>
              </a:spcBef>
              <a:defRPr/>
            </a:pPr>
            <a:r>
              <a:rPr lang="zh-CN" altLang="en-US">
                <a:effectLst>
                  <a:outerShdw blurRad="38100" dist="38100" dir="2700000" algn="tl">
                    <a:srgbClr val="C0C0C0"/>
                  </a:outerShdw>
                </a:effectLst>
              </a:rPr>
              <a:t>计算机工作原理----存储程序和程序控制。</a:t>
            </a:r>
          </a:p>
          <a:p>
            <a:pPr eaLnBrk="1" hangingPunct="1">
              <a:spcBef>
                <a:spcPct val="50000"/>
              </a:spcBef>
              <a:defRPr/>
            </a:pPr>
            <a:r>
              <a:rPr kumimoji="1" lang="zh-CN" altLang="en-US" b="0"/>
              <a:t>用于描述计算机程序的符号系统称为计算机程序设计语言。</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1043608" y="251169"/>
            <a:ext cx="5122656" cy="825156"/>
          </a:xfrm>
        </p:spPr>
        <p:txBody>
          <a:bodyPr/>
          <a:lstStyle/>
          <a:p>
            <a:r>
              <a:rPr lang="en-US" altLang="zh-CN" sz="3600" dirty="0" smtClean="0">
                <a:latin typeface="Times New Roman" panose="02020603050405020304" pitchFamily="18" charset="0"/>
                <a:ea typeface="宋体" panose="02010600030101010101" pitchFamily="2" charset="-122"/>
              </a:rPr>
              <a:t>1.1</a:t>
            </a:r>
            <a:r>
              <a:rPr lang="zh-CN" altLang="en-US" sz="3600" dirty="0" smtClean="0">
                <a:latin typeface="Times New Roman" panose="02020603050405020304" pitchFamily="18" charset="0"/>
                <a:ea typeface="宋体" panose="02010600030101010101" pitchFamily="2" charset="-122"/>
              </a:rPr>
              <a:t>程序设计语言</a:t>
            </a:r>
          </a:p>
        </p:txBody>
      </p:sp>
      <p:sp>
        <p:nvSpPr>
          <p:cNvPr id="11268" name="Rectangle 3"/>
          <p:cNvSpPr>
            <a:spLocks noGrp="1" noChangeArrowheads="1"/>
          </p:cNvSpPr>
          <p:nvPr>
            <p:ph idx="1"/>
          </p:nvPr>
        </p:nvSpPr>
        <p:spPr/>
        <p:txBody>
          <a:bodyPr/>
          <a:lstStyle/>
          <a:p>
            <a:pPr>
              <a:lnSpc>
                <a:spcPct val="90000"/>
              </a:lnSpc>
              <a:buFont typeface="Wingdings" panose="05000000000000000000" pitchFamily="2" charset="2"/>
              <a:buNone/>
            </a:pPr>
            <a:r>
              <a:rPr lang="zh-CN" altLang="en-US" sz="2600" smtClean="0">
                <a:latin typeface="Times New Roman" panose="02020603050405020304" pitchFamily="18" charset="0"/>
                <a:ea typeface="宋体" panose="02010600030101010101" pitchFamily="2" charset="-122"/>
              </a:rPr>
              <a:t>高级语言的翻译</a:t>
            </a:r>
            <a:r>
              <a:rPr lang="zh-CN" altLang="pt-BR" sz="2600" smtClean="0">
                <a:latin typeface="Times New Roman" panose="02020603050405020304" pitchFamily="18" charset="0"/>
                <a:ea typeface="宋体" panose="02010600030101010101" pitchFamily="2" charset="-122"/>
              </a:rPr>
              <a:t>方式</a:t>
            </a:r>
          </a:p>
          <a:p>
            <a:pPr>
              <a:lnSpc>
                <a:spcPct val="90000"/>
              </a:lnSpc>
            </a:pPr>
            <a:r>
              <a:rPr lang="zh-CN" altLang="en-US" sz="2600" smtClean="0">
                <a:latin typeface="Times New Roman" panose="02020603050405020304" pitchFamily="18" charset="0"/>
                <a:ea typeface="宋体" panose="02010600030101010101" pitchFamily="2" charset="-122"/>
              </a:rPr>
              <a:t>解释方式（</a:t>
            </a:r>
            <a:r>
              <a:rPr lang="en-US" altLang="zh-CN" sz="2600" smtClean="0">
                <a:latin typeface="Times New Roman" panose="02020603050405020304" pitchFamily="18" charset="0"/>
                <a:ea typeface="宋体" panose="02010600030101010101" pitchFamily="2" charset="-122"/>
              </a:rPr>
              <a:t>Interpreter </a:t>
            </a:r>
            <a:r>
              <a:rPr lang="zh-CN" altLang="en-US" sz="2600" smtClean="0">
                <a:latin typeface="Times New Roman" panose="02020603050405020304" pitchFamily="18" charset="0"/>
                <a:ea typeface="宋体" panose="02010600030101010101" pitchFamily="2" charset="-122"/>
              </a:rPr>
              <a:t>解释程序）</a:t>
            </a: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r>
              <a:rPr lang="zh-CN" altLang="en-US" sz="2600" smtClean="0">
                <a:latin typeface="Times New Roman" panose="02020603050405020304" pitchFamily="18" charset="0"/>
                <a:ea typeface="宋体" panose="02010600030101010101" pitchFamily="2" charset="-122"/>
              </a:rPr>
              <a:t>逐句扫描，逐句翻译，逐句执行，直接获得结果。不产生等价的机器语言程序</a:t>
            </a:r>
          </a:p>
          <a:p>
            <a:pPr>
              <a:lnSpc>
                <a:spcPct val="90000"/>
              </a:lnSpc>
            </a:pPr>
            <a:endParaRPr lang="zh-CN" altLang="en-US" sz="2600" smtClean="0">
              <a:latin typeface="Times New Roman" panose="02020603050405020304" pitchFamily="18" charset="0"/>
              <a:ea typeface="宋体" panose="02010600030101010101" pitchFamily="2" charset="-122"/>
            </a:endParaRPr>
          </a:p>
          <a:p>
            <a:pPr>
              <a:lnSpc>
                <a:spcPct val="90000"/>
              </a:lnSpc>
            </a:pPr>
            <a:endParaRPr lang="en-US" altLang="zh-CN" sz="2600" smtClean="0">
              <a:latin typeface="Times New Roman" panose="02020603050405020304" pitchFamily="18" charset="0"/>
              <a:ea typeface="宋体" panose="02010600030101010101" pitchFamily="2" charset="-122"/>
            </a:endParaRPr>
          </a:p>
        </p:txBody>
      </p:sp>
      <p:sp>
        <p:nvSpPr>
          <p:cNvPr id="112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62741129-4EA5-49BE-9669-B30F38F7CD7D}" type="slidenum">
              <a:rPr lang="en-US" altLang="en-US" sz="1000" b="0"/>
              <a:pPr>
                <a:spcBef>
                  <a:spcPct val="0"/>
                </a:spcBef>
                <a:buClrTx/>
                <a:buSzTx/>
                <a:buFontTx/>
                <a:buNone/>
              </a:pPr>
              <a:t>7</a:t>
            </a:fld>
            <a:endParaRPr lang="en-US" altLang="en-US" sz="1000" b="0"/>
          </a:p>
        </p:txBody>
      </p:sp>
      <p:grpSp>
        <p:nvGrpSpPr>
          <p:cNvPr id="11270" name="Group 5"/>
          <p:cNvGrpSpPr>
            <a:grpSpLocks/>
          </p:cNvGrpSpPr>
          <p:nvPr/>
        </p:nvGrpSpPr>
        <p:grpSpPr bwMode="auto">
          <a:xfrm>
            <a:off x="1835150" y="3141663"/>
            <a:ext cx="5976938" cy="1081087"/>
            <a:chOff x="1200" y="1440"/>
            <a:chExt cx="3312" cy="528"/>
          </a:xfrm>
        </p:grpSpPr>
        <p:sp>
          <p:nvSpPr>
            <p:cNvPr id="55302" name="Rectangle 6"/>
            <p:cNvSpPr>
              <a:spLocks noChangeArrowheads="1"/>
            </p:cNvSpPr>
            <p:nvPr/>
          </p:nvSpPr>
          <p:spPr bwMode="auto">
            <a:xfrm>
              <a:off x="2592" y="1488"/>
              <a:ext cx="768" cy="480"/>
            </a:xfrm>
            <a:prstGeom prst="rect">
              <a:avLst/>
            </a:prstGeom>
            <a:solidFill>
              <a:srgbClr val="3366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3366FF"/>
              </a:extrusionClr>
            </a:sp3d>
          </p:spPr>
          <p:txBody>
            <a:bodyPr wrap="none" anchor="ctr">
              <a:flatTx/>
            </a:bodyPr>
            <a:lstStyle/>
            <a:p>
              <a:pPr algn="ctr" eaLnBrk="1" hangingPunct="1">
                <a:lnSpc>
                  <a:spcPct val="85000"/>
                </a:lnSpc>
                <a:defRPr/>
              </a:pPr>
              <a:r>
                <a:rPr kumimoji="1" lang="zh-CN" altLang="en-US" sz="1800">
                  <a:solidFill>
                    <a:schemeClr val="bg1"/>
                  </a:solidFill>
                  <a:effectLst>
                    <a:outerShdw blurRad="38100" dist="38100" dir="2700000" algn="tl">
                      <a:srgbClr val="000000"/>
                    </a:outerShdw>
                  </a:effectLst>
                  <a:latin typeface="宋体" pitchFamily="2" charset="-122"/>
                </a:rPr>
                <a:t>解释程序</a:t>
              </a:r>
            </a:p>
          </p:txBody>
        </p:sp>
        <p:sp>
          <p:nvSpPr>
            <p:cNvPr id="11272" name="Line 7"/>
            <p:cNvSpPr>
              <a:spLocks noChangeShapeType="1"/>
            </p:cNvSpPr>
            <p:nvPr/>
          </p:nvSpPr>
          <p:spPr bwMode="auto">
            <a:xfrm>
              <a:off x="1200" y="1728"/>
              <a:ext cx="1392"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3" name="Line 8"/>
            <p:cNvSpPr>
              <a:spLocks noChangeShapeType="1"/>
            </p:cNvSpPr>
            <p:nvPr/>
          </p:nvSpPr>
          <p:spPr bwMode="auto">
            <a:xfrm>
              <a:off x="3408" y="1728"/>
              <a:ext cx="1104"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4" name="Text Box 9"/>
            <p:cNvSpPr txBox="1">
              <a:spLocks noChangeArrowheads="1"/>
            </p:cNvSpPr>
            <p:nvPr/>
          </p:nvSpPr>
          <p:spPr bwMode="auto">
            <a:xfrm>
              <a:off x="1248" y="1440"/>
              <a:ext cx="1440" cy="194"/>
            </a:xfrm>
            <a:prstGeom prst="rect">
              <a:avLst/>
            </a:prstGeom>
            <a:noFill/>
            <a:ln>
              <a:noFill/>
            </a:ln>
            <a:effectLst>
              <a:outerShdw dist="35921" dir="2700000" algn="ctr" rotWithShape="0">
                <a:schemeClr val="bg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buClrTx/>
                <a:buSzTx/>
                <a:buFontTx/>
                <a:buNone/>
              </a:pPr>
              <a:r>
                <a:rPr kumimoji="1" lang="zh-CN" altLang="en-US" sz="2000">
                  <a:latin typeface="楷体_GB2312" pitchFamily="49" charset="-122"/>
                  <a:ea typeface="楷体_GB2312" pitchFamily="49" charset="-122"/>
                </a:rPr>
                <a:t>高级语言源程序 </a:t>
              </a:r>
            </a:p>
          </p:txBody>
        </p:sp>
        <p:sp>
          <p:nvSpPr>
            <p:cNvPr id="11275" name="Text Box 10"/>
            <p:cNvSpPr txBox="1">
              <a:spLocks noChangeArrowheads="1"/>
            </p:cNvSpPr>
            <p:nvPr/>
          </p:nvSpPr>
          <p:spPr bwMode="auto">
            <a:xfrm>
              <a:off x="3600" y="1440"/>
              <a:ext cx="576" cy="194"/>
            </a:xfrm>
            <a:prstGeom prst="rect">
              <a:avLst/>
            </a:prstGeom>
            <a:noFill/>
            <a:ln>
              <a:noFill/>
            </a:ln>
            <a:effectLst>
              <a:outerShdw dist="35921" dir="2700000" algn="ctr" rotWithShape="0">
                <a:schemeClr val="bg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kumimoji="1" lang="en-US" altLang="zh-CN" sz="2000">
                  <a:latin typeface="宋体" panose="02010600030101010101" pitchFamily="2" charset="-122"/>
                </a:rPr>
                <a:t> </a:t>
              </a:r>
              <a:r>
                <a:rPr kumimoji="1" lang="zh-CN" altLang="en-US" sz="2000">
                  <a:latin typeface="楷体_GB2312" pitchFamily="49" charset="-122"/>
                  <a:ea typeface="楷体_GB2312" pitchFamily="49" charset="-122"/>
                </a:rPr>
                <a:t>结果</a:t>
              </a:r>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1335123" y="359569"/>
            <a:ext cx="4316997" cy="549275"/>
          </a:xfrm>
        </p:spPr>
        <p:txBody>
          <a:bodyPr/>
          <a:lstStyle/>
          <a:p>
            <a:r>
              <a:rPr lang="en-US" altLang="zh-CN" sz="3600" dirty="0" smtClean="0">
                <a:latin typeface="Times New Roman" panose="02020603050405020304" pitchFamily="18" charset="0"/>
                <a:ea typeface="宋体" panose="02010600030101010101" pitchFamily="2" charset="-122"/>
              </a:rPr>
              <a:t>1.1 </a:t>
            </a:r>
            <a:r>
              <a:rPr lang="zh-CN" altLang="en-US" sz="3600" dirty="0" smtClean="0">
                <a:latin typeface="Times New Roman" panose="02020603050405020304" pitchFamily="18" charset="0"/>
                <a:ea typeface="宋体" panose="02010600030101010101" pitchFamily="2" charset="-122"/>
              </a:rPr>
              <a:t>程序设计语言</a:t>
            </a:r>
          </a:p>
        </p:txBody>
      </p:sp>
      <p:sp>
        <p:nvSpPr>
          <p:cNvPr id="122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8A210CB4-C413-43C2-8615-B11CBCC2CF30}" type="slidenum">
              <a:rPr lang="en-US" altLang="en-US" sz="1000" b="0"/>
              <a:pPr>
                <a:spcBef>
                  <a:spcPct val="0"/>
                </a:spcBef>
                <a:buClrTx/>
                <a:buSzTx/>
                <a:buFontTx/>
                <a:buNone/>
              </a:pPr>
              <a:t>8</a:t>
            </a:fld>
            <a:endParaRPr lang="en-US" altLang="en-US" sz="1000" b="0"/>
          </a:p>
        </p:txBody>
      </p:sp>
      <p:grpSp>
        <p:nvGrpSpPr>
          <p:cNvPr id="12293" name="Group 5"/>
          <p:cNvGrpSpPr>
            <a:grpSpLocks/>
          </p:cNvGrpSpPr>
          <p:nvPr/>
        </p:nvGrpSpPr>
        <p:grpSpPr bwMode="auto">
          <a:xfrm>
            <a:off x="900113" y="4941888"/>
            <a:ext cx="7489825" cy="1511300"/>
            <a:chOff x="521" y="1117"/>
            <a:chExt cx="4718" cy="952"/>
          </a:xfrm>
        </p:grpSpPr>
        <p:sp>
          <p:nvSpPr>
            <p:cNvPr id="12295" name="AutoShape 6"/>
            <p:cNvSpPr>
              <a:spLocks noChangeArrowheads="1"/>
            </p:cNvSpPr>
            <p:nvPr/>
          </p:nvSpPr>
          <p:spPr bwMode="auto">
            <a:xfrm>
              <a:off x="2562" y="1117"/>
              <a:ext cx="590" cy="272"/>
            </a:xfrm>
            <a:prstGeom prst="can">
              <a:avLst>
                <a:gd name="adj" fmla="val 25000"/>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2296" name="Text Box 7"/>
            <p:cNvSpPr txBox="1">
              <a:spLocks noChangeArrowheads="1"/>
            </p:cNvSpPr>
            <p:nvPr/>
          </p:nvSpPr>
          <p:spPr bwMode="auto">
            <a:xfrm>
              <a:off x="2562" y="1162"/>
              <a:ext cx="6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solidFill>
                    <a:schemeClr val="bg1"/>
                  </a:solidFill>
                  <a:ea typeface="楷体_GB2312" pitchFamily="49" charset="-122"/>
                </a:rPr>
                <a:t>库文件</a:t>
              </a:r>
            </a:p>
          </p:txBody>
        </p:sp>
        <p:sp>
          <p:nvSpPr>
            <p:cNvPr id="12297" name="AutoShape 8"/>
            <p:cNvSpPr>
              <a:spLocks noChangeArrowheads="1"/>
            </p:cNvSpPr>
            <p:nvPr/>
          </p:nvSpPr>
          <p:spPr bwMode="auto">
            <a:xfrm>
              <a:off x="1066" y="1706"/>
              <a:ext cx="681" cy="363"/>
            </a:xfrm>
            <a:prstGeom prst="cube">
              <a:avLst>
                <a:gd name="adj" fmla="val 25000"/>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2298" name="Text Box 9"/>
            <p:cNvSpPr txBox="1">
              <a:spLocks noChangeArrowheads="1"/>
            </p:cNvSpPr>
            <p:nvPr/>
          </p:nvSpPr>
          <p:spPr bwMode="auto">
            <a:xfrm>
              <a:off x="1020" y="1797"/>
              <a:ext cx="8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solidFill>
                    <a:schemeClr val="bg1"/>
                  </a:solidFill>
                  <a:ea typeface="楷体_GB2312" pitchFamily="49" charset="-122"/>
                </a:rPr>
                <a:t>编译程序</a:t>
              </a:r>
            </a:p>
          </p:txBody>
        </p:sp>
        <p:sp>
          <p:nvSpPr>
            <p:cNvPr id="12299" name="AutoShape 10"/>
            <p:cNvSpPr>
              <a:spLocks noChangeArrowheads="1"/>
            </p:cNvSpPr>
            <p:nvPr/>
          </p:nvSpPr>
          <p:spPr bwMode="auto">
            <a:xfrm>
              <a:off x="2517" y="1706"/>
              <a:ext cx="681" cy="363"/>
            </a:xfrm>
            <a:prstGeom prst="cube">
              <a:avLst>
                <a:gd name="adj" fmla="val 25000"/>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2300" name="AutoShape 11"/>
            <p:cNvSpPr>
              <a:spLocks noChangeArrowheads="1"/>
            </p:cNvSpPr>
            <p:nvPr/>
          </p:nvSpPr>
          <p:spPr bwMode="auto">
            <a:xfrm>
              <a:off x="3969" y="1706"/>
              <a:ext cx="681" cy="363"/>
            </a:xfrm>
            <a:prstGeom prst="cube">
              <a:avLst>
                <a:gd name="adj" fmla="val 25000"/>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2301" name="Text Box 12"/>
            <p:cNvSpPr txBox="1">
              <a:spLocks noChangeArrowheads="1"/>
            </p:cNvSpPr>
            <p:nvPr/>
          </p:nvSpPr>
          <p:spPr bwMode="auto">
            <a:xfrm>
              <a:off x="2472" y="1797"/>
              <a:ext cx="7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solidFill>
                    <a:schemeClr val="bg1"/>
                  </a:solidFill>
                  <a:ea typeface="楷体_GB2312" pitchFamily="49" charset="-122"/>
                </a:rPr>
                <a:t>连接程序</a:t>
              </a:r>
            </a:p>
          </p:txBody>
        </p:sp>
        <p:sp>
          <p:nvSpPr>
            <p:cNvPr id="12302" name="Text Box 13"/>
            <p:cNvSpPr txBox="1">
              <a:spLocks noChangeArrowheads="1"/>
            </p:cNvSpPr>
            <p:nvPr/>
          </p:nvSpPr>
          <p:spPr bwMode="auto">
            <a:xfrm>
              <a:off x="4105" y="1797"/>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solidFill>
                    <a:schemeClr val="bg1"/>
                  </a:solidFill>
                  <a:ea typeface="楷体_GB2312" pitchFamily="49" charset="-122"/>
                </a:rPr>
                <a:t>执行</a:t>
              </a:r>
            </a:p>
          </p:txBody>
        </p:sp>
        <p:sp>
          <p:nvSpPr>
            <p:cNvPr id="12303" name="Text Box 14"/>
            <p:cNvSpPr txBox="1">
              <a:spLocks noChangeArrowheads="1"/>
            </p:cNvSpPr>
            <p:nvPr/>
          </p:nvSpPr>
          <p:spPr bwMode="auto">
            <a:xfrm>
              <a:off x="521" y="1661"/>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ea typeface="楷体_GB2312" pitchFamily="49" charset="-122"/>
                </a:rPr>
                <a:t>源程序</a:t>
              </a:r>
            </a:p>
          </p:txBody>
        </p:sp>
        <p:sp>
          <p:nvSpPr>
            <p:cNvPr id="12304" name="Text Box 15"/>
            <p:cNvSpPr txBox="1">
              <a:spLocks noChangeArrowheads="1"/>
            </p:cNvSpPr>
            <p:nvPr/>
          </p:nvSpPr>
          <p:spPr bwMode="auto">
            <a:xfrm>
              <a:off x="1791" y="1706"/>
              <a:ext cx="7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ea typeface="楷体_GB2312" pitchFamily="49" charset="-122"/>
                </a:rPr>
                <a:t>目标程序</a:t>
              </a:r>
            </a:p>
          </p:txBody>
        </p:sp>
        <p:sp>
          <p:nvSpPr>
            <p:cNvPr id="12305" name="Text Box 16"/>
            <p:cNvSpPr txBox="1">
              <a:spLocks noChangeArrowheads="1"/>
            </p:cNvSpPr>
            <p:nvPr/>
          </p:nvSpPr>
          <p:spPr bwMode="auto">
            <a:xfrm>
              <a:off x="3152" y="1661"/>
              <a:ext cx="9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ea typeface="楷体_GB2312" pitchFamily="49" charset="-122"/>
                </a:rPr>
                <a:t>可执行程序</a:t>
              </a:r>
            </a:p>
          </p:txBody>
        </p:sp>
        <p:sp>
          <p:nvSpPr>
            <p:cNvPr id="12306" name="Line 17"/>
            <p:cNvSpPr>
              <a:spLocks noChangeShapeType="1"/>
            </p:cNvSpPr>
            <p:nvPr/>
          </p:nvSpPr>
          <p:spPr bwMode="auto">
            <a:xfrm>
              <a:off x="567" y="1933"/>
              <a:ext cx="49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7" name="Line 18"/>
            <p:cNvSpPr>
              <a:spLocks noChangeShapeType="1"/>
            </p:cNvSpPr>
            <p:nvPr/>
          </p:nvSpPr>
          <p:spPr bwMode="auto">
            <a:xfrm>
              <a:off x="1746" y="1933"/>
              <a:ext cx="77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8" name="Line 19"/>
            <p:cNvSpPr>
              <a:spLocks noChangeShapeType="1"/>
            </p:cNvSpPr>
            <p:nvPr/>
          </p:nvSpPr>
          <p:spPr bwMode="auto">
            <a:xfrm>
              <a:off x="3152" y="1888"/>
              <a:ext cx="81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9" name="Line 20"/>
            <p:cNvSpPr>
              <a:spLocks noChangeShapeType="1"/>
            </p:cNvSpPr>
            <p:nvPr/>
          </p:nvSpPr>
          <p:spPr bwMode="auto">
            <a:xfrm>
              <a:off x="2880" y="1389"/>
              <a:ext cx="0" cy="31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0" name="AutoShape 21"/>
            <p:cNvSpPr>
              <a:spLocks noChangeArrowheads="1"/>
            </p:cNvSpPr>
            <p:nvPr/>
          </p:nvSpPr>
          <p:spPr bwMode="auto">
            <a:xfrm>
              <a:off x="4014" y="1117"/>
              <a:ext cx="590" cy="272"/>
            </a:xfrm>
            <a:prstGeom prst="can">
              <a:avLst>
                <a:gd name="adj" fmla="val 25000"/>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endParaRPr lang="zh-CN" altLang="en-US" sz="2800">
                <a:latin typeface="Times New Roman" panose="02020603050405020304" pitchFamily="18" charset="0"/>
              </a:endParaRPr>
            </a:p>
          </p:txBody>
        </p:sp>
        <p:sp>
          <p:nvSpPr>
            <p:cNvPr id="12311" name="Text Box 22"/>
            <p:cNvSpPr txBox="1">
              <a:spLocks noChangeArrowheads="1"/>
            </p:cNvSpPr>
            <p:nvPr/>
          </p:nvSpPr>
          <p:spPr bwMode="auto">
            <a:xfrm>
              <a:off x="4105" y="1117"/>
              <a:ext cx="4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solidFill>
                    <a:schemeClr val="bg1"/>
                  </a:solidFill>
                  <a:ea typeface="楷体_GB2312" pitchFamily="49" charset="-122"/>
                </a:rPr>
                <a:t>数据</a:t>
              </a:r>
            </a:p>
          </p:txBody>
        </p:sp>
        <p:sp>
          <p:nvSpPr>
            <p:cNvPr id="12312" name="Line 23"/>
            <p:cNvSpPr>
              <a:spLocks noChangeShapeType="1"/>
            </p:cNvSpPr>
            <p:nvPr/>
          </p:nvSpPr>
          <p:spPr bwMode="auto">
            <a:xfrm>
              <a:off x="4332" y="1389"/>
              <a:ext cx="0" cy="31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3" name="Line 24"/>
            <p:cNvSpPr>
              <a:spLocks noChangeShapeType="1"/>
            </p:cNvSpPr>
            <p:nvPr/>
          </p:nvSpPr>
          <p:spPr bwMode="auto">
            <a:xfrm>
              <a:off x="4649" y="1888"/>
              <a:ext cx="5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4" name="Text Box 25"/>
            <p:cNvSpPr txBox="1">
              <a:spLocks noChangeArrowheads="1"/>
            </p:cNvSpPr>
            <p:nvPr/>
          </p:nvSpPr>
          <p:spPr bwMode="auto">
            <a:xfrm>
              <a:off x="4694" y="1661"/>
              <a:ext cx="5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50000"/>
                </a:spcBef>
                <a:buClrTx/>
                <a:buSzTx/>
                <a:buFontTx/>
                <a:buNone/>
              </a:pPr>
              <a:r>
                <a:rPr lang="zh-CN" altLang="en-US" sz="1800">
                  <a:ea typeface="楷体_GB2312" pitchFamily="49" charset="-122"/>
                </a:rPr>
                <a:t>结果</a:t>
              </a:r>
            </a:p>
          </p:txBody>
        </p:sp>
      </p:grpSp>
      <p:sp>
        <p:nvSpPr>
          <p:cNvPr id="12294" name="Rectangle 3"/>
          <p:cNvSpPr>
            <a:spLocks noChangeArrowheads="1"/>
          </p:cNvSpPr>
          <p:nvPr/>
        </p:nvSpPr>
        <p:spPr bwMode="auto">
          <a:xfrm>
            <a:off x="323850" y="1557338"/>
            <a:ext cx="8208963"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lnSpc>
                <a:spcPct val="90000"/>
              </a:lnSpc>
              <a:buSzPct val="75000"/>
              <a:buFont typeface="Marlett" pitchFamily="2" charset="2"/>
              <a:buChar char="h"/>
            </a:pPr>
            <a:r>
              <a:rPr kumimoji="1" lang="zh-CN" altLang="en-US" sz="3600">
                <a:latin typeface="Times New Roman" panose="02020603050405020304" pitchFamily="18" charset="0"/>
              </a:rPr>
              <a:t>编译：</a:t>
            </a:r>
            <a:r>
              <a:rPr kumimoji="1" lang="en-US" altLang="zh-CN" sz="3600">
                <a:latin typeface="Times New Roman" panose="02020603050405020304" pitchFamily="18" charset="0"/>
              </a:rPr>
              <a:t>Compiling</a:t>
            </a:r>
          </a:p>
          <a:p>
            <a:pPr>
              <a:lnSpc>
                <a:spcPct val="90000"/>
              </a:lnSpc>
              <a:buSzPct val="75000"/>
              <a:buFont typeface="Marlett" pitchFamily="2" charset="2"/>
              <a:buNone/>
            </a:pPr>
            <a:r>
              <a:rPr kumimoji="1" lang="en-US" altLang="zh-CN" sz="2400" b="0">
                <a:latin typeface="Times New Roman" panose="02020603050405020304" pitchFamily="18" charset="0"/>
              </a:rPr>
              <a:t>         </a:t>
            </a:r>
            <a:r>
              <a:rPr kumimoji="1" lang="zh-CN" altLang="en-US" sz="2400" b="0">
                <a:latin typeface="Times New Roman" panose="02020603050405020304" pitchFamily="18" charset="0"/>
              </a:rPr>
              <a:t>将高级语言源程序翻译成为功能等价的低级（机器）语言目标程序的过程。</a:t>
            </a:r>
          </a:p>
          <a:p>
            <a:pPr>
              <a:lnSpc>
                <a:spcPct val="90000"/>
              </a:lnSpc>
              <a:buSzPct val="75000"/>
              <a:buFont typeface="Marlett" pitchFamily="2" charset="2"/>
              <a:buChar char="h"/>
            </a:pPr>
            <a:r>
              <a:rPr kumimoji="1" lang="zh-CN" altLang="en-US" sz="3600">
                <a:latin typeface="Times New Roman" panose="02020603050405020304" pitchFamily="18" charset="0"/>
              </a:rPr>
              <a:t>编译程序：</a:t>
            </a:r>
            <a:r>
              <a:rPr kumimoji="1" lang="en-US" altLang="zh-CN" sz="3600">
                <a:latin typeface="Times New Roman" panose="02020603050405020304" pitchFamily="18" charset="0"/>
              </a:rPr>
              <a:t>Compiler  </a:t>
            </a:r>
          </a:p>
          <a:p>
            <a:pPr>
              <a:lnSpc>
                <a:spcPct val="90000"/>
              </a:lnSpc>
              <a:buSzPct val="75000"/>
              <a:buFont typeface="Marlett" pitchFamily="2" charset="2"/>
              <a:buNone/>
            </a:pPr>
            <a:r>
              <a:rPr kumimoji="1" lang="en-US" altLang="zh-CN" sz="2400" b="0">
                <a:latin typeface="Times New Roman" panose="02020603050405020304" pitchFamily="18" charset="0"/>
              </a:rPr>
              <a:t>         </a:t>
            </a:r>
            <a:r>
              <a:rPr kumimoji="1" lang="zh-CN" altLang="en-US" sz="2400" b="0">
                <a:latin typeface="Times New Roman" panose="02020603050405020304" pitchFamily="18" charset="0"/>
              </a:rPr>
              <a:t>完成编译工作的专门程序。</a:t>
            </a:r>
          </a:p>
          <a:p>
            <a:pPr lvl="1">
              <a:lnSpc>
                <a:spcPct val="90000"/>
              </a:lnSpc>
              <a:buClr>
                <a:schemeClr val="tx1"/>
              </a:buClr>
              <a:buSzPct val="75000"/>
              <a:buFont typeface="Marlett" pitchFamily="2" charset="2"/>
              <a:buChar char="h"/>
            </a:pPr>
            <a:r>
              <a:rPr kumimoji="1" lang="zh-CN" altLang="en-US" sz="2000" b="0">
                <a:latin typeface="Times New Roman" panose="02020603050405020304" pitchFamily="18" charset="0"/>
              </a:rPr>
              <a:t>对不同的程序设计语言需要配备不同的编译程序。</a:t>
            </a:r>
          </a:p>
          <a:p>
            <a:pPr lvl="1">
              <a:lnSpc>
                <a:spcPct val="90000"/>
              </a:lnSpc>
              <a:buClr>
                <a:schemeClr val="tx1"/>
              </a:buClr>
              <a:buSzPct val="75000"/>
              <a:buFont typeface="Marlett" pitchFamily="2" charset="2"/>
              <a:buChar char="h"/>
            </a:pPr>
            <a:r>
              <a:rPr kumimoji="1" lang="zh-CN" altLang="en-US" sz="2000" b="0">
                <a:latin typeface="Times New Roman" panose="02020603050405020304" pitchFamily="18" charset="0"/>
              </a:rPr>
              <a:t>对使用不同机器语言的机器需要配备不同的编译程序。</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1187624" y="205170"/>
            <a:ext cx="4752528" cy="836712"/>
          </a:xfrm>
        </p:spPr>
        <p:txBody>
          <a:bodyPr/>
          <a:lstStyle/>
          <a:p>
            <a:r>
              <a:rPr lang="en-US" altLang="zh-CN" sz="3600" dirty="0" smtClean="0">
                <a:latin typeface="Times New Roman" panose="02020603050405020304" pitchFamily="18" charset="0"/>
                <a:ea typeface="宋体" panose="02010600030101010101" pitchFamily="2" charset="-122"/>
              </a:rPr>
              <a:t>1.1</a:t>
            </a:r>
            <a:r>
              <a:rPr lang="zh-CN" altLang="en-US" sz="3600" dirty="0" smtClean="0">
                <a:latin typeface="Times New Roman" panose="02020603050405020304" pitchFamily="18" charset="0"/>
                <a:ea typeface="宋体" panose="02010600030101010101" pitchFamily="2" charset="-122"/>
              </a:rPr>
              <a:t>程序设计语言</a:t>
            </a:r>
          </a:p>
        </p:txBody>
      </p:sp>
      <p:sp>
        <p:nvSpPr>
          <p:cNvPr id="13316" name="Rectangle 3"/>
          <p:cNvSpPr>
            <a:spLocks noGrp="1" noChangeArrowheads="1"/>
          </p:cNvSpPr>
          <p:nvPr>
            <p:ph idx="1"/>
          </p:nvPr>
        </p:nvSpPr>
        <p:spPr/>
        <p:txBody>
          <a:bodyPr/>
          <a:lstStyle/>
          <a:p>
            <a:pPr>
              <a:lnSpc>
                <a:spcPct val="90000"/>
              </a:lnSpc>
              <a:buFont typeface="Wingdings" panose="05000000000000000000" pitchFamily="2" charset="2"/>
              <a:buNone/>
            </a:pPr>
            <a:r>
              <a:rPr lang="zh-CN" altLang="en-US" smtClean="0">
                <a:latin typeface="Times New Roman" panose="02020603050405020304" pitchFamily="18" charset="0"/>
                <a:ea typeface="宋体" panose="02010600030101010101" pitchFamily="2" charset="-122"/>
              </a:rPr>
              <a:t>程序设计语言的基本语言成分  </a:t>
            </a:r>
          </a:p>
          <a:p>
            <a:pPr>
              <a:lnSpc>
                <a:spcPct val="90000"/>
              </a:lnSpc>
            </a:pPr>
            <a:r>
              <a:rPr lang="zh-CN" altLang="en-US" smtClean="0">
                <a:latin typeface="Times New Roman" panose="02020603050405020304" pitchFamily="18" charset="0"/>
                <a:ea typeface="宋体" panose="02010600030101010101" pitchFamily="2" charset="-122"/>
              </a:rPr>
              <a:t> 数据成分</a:t>
            </a:r>
          </a:p>
          <a:p>
            <a:pPr lvl="1">
              <a:lnSpc>
                <a:spcPct val="90000"/>
              </a:lnSpc>
            </a:pPr>
            <a:r>
              <a:rPr lang="zh-CN" altLang="en-US" smtClean="0">
                <a:latin typeface="Times New Roman" panose="02020603050405020304" pitchFamily="18" charset="0"/>
                <a:ea typeface="宋体" panose="02010600030101010101" pitchFamily="2" charset="-122"/>
              </a:rPr>
              <a:t>刻画程序所处理的数据对象的值、存储 </a:t>
            </a:r>
          </a:p>
          <a:p>
            <a:pPr>
              <a:lnSpc>
                <a:spcPct val="90000"/>
              </a:lnSpc>
            </a:pPr>
            <a:r>
              <a:rPr lang="zh-CN" altLang="en-US" smtClean="0">
                <a:latin typeface="Times New Roman" panose="02020603050405020304" pitchFamily="18" charset="0"/>
                <a:ea typeface="宋体" panose="02010600030101010101" pitchFamily="2" charset="-122"/>
              </a:rPr>
              <a:t> 运算成分 </a:t>
            </a:r>
          </a:p>
          <a:p>
            <a:pPr lvl="1">
              <a:lnSpc>
                <a:spcPct val="90000"/>
              </a:lnSpc>
            </a:pPr>
            <a:r>
              <a:rPr lang="zh-CN" altLang="en-US" smtClean="0">
                <a:latin typeface="Times New Roman" panose="02020603050405020304" pitchFamily="18" charset="0"/>
                <a:ea typeface="宋体" panose="02010600030101010101" pitchFamily="2" charset="-122"/>
              </a:rPr>
              <a:t>算术、逻辑、集合等运算</a:t>
            </a:r>
          </a:p>
          <a:p>
            <a:pPr>
              <a:lnSpc>
                <a:spcPct val="90000"/>
              </a:lnSpc>
            </a:pPr>
            <a:r>
              <a:rPr lang="zh-CN" altLang="en-US" smtClean="0">
                <a:latin typeface="Times New Roman" panose="02020603050405020304" pitchFamily="18" charset="0"/>
                <a:ea typeface="宋体" panose="02010600030101010101" pitchFamily="2" charset="-122"/>
              </a:rPr>
              <a:t> 控制成分 </a:t>
            </a:r>
          </a:p>
          <a:p>
            <a:pPr lvl="1">
              <a:lnSpc>
                <a:spcPct val="90000"/>
              </a:lnSpc>
            </a:pPr>
            <a:r>
              <a:rPr lang="zh-CN" altLang="en-US" smtClean="0">
                <a:latin typeface="Times New Roman" panose="02020603050405020304" pitchFamily="18" charset="0"/>
                <a:ea typeface="宋体" panose="02010600030101010101" pitchFamily="2" charset="-122"/>
              </a:rPr>
              <a:t>控制程序的执行流程</a:t>
            </a:r>
          </a:p>
          <a:p>
            <a:pPr>
              <a:lnSpc>
                <a:spcPct val="90000"/>
              </a:lnSpc>
            </a:pPr>
            <a:r>
              <a:rPr lang="zh-CN" altLang="en-US" smtClean="0">
                <a:latin typeface="Times New Roman" panose="02020603050405020304" pitchFamily="18" charset="0"/>
                <a:ea typeface="宋体" panose="02010600030101010101" pitchFamily="2" charset="-122"/>
              </a:rPr>
              <a:t> 传输成分</a:t>
            </a:r>
          </a:p>
          <a:p>
            <a:pPr lvl="1">
              <a:lnSpc>
                <a:spcPct val="90000"/>
              </a:lnSpc>
            </a:pPr>
            <a:r>
              <a:rPr lang="zh-CN" altLang="en-US" smtClean="0">
                <a:latin typeface="Times New Roman" panose="02020603050405020304" pitchFamily="18" charset="0"/>
                <a:ea typeface="宋体" panose="02010600030101010101" pitchFamily="2" charset="-122"/>
              </a:rPr>
              <a:t>数据的输入输出</a:t>
            </a:r>
          </a:p>
        </p:txBody>
      </p:sp>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A7D9D081-C798-4824-8F86-0E1F462E40AA}" type="slidenum">
              <a:rPr lang="en-US" altLang="en-US" sz="1000" b="0"/>
              <a:pPr>
                <a:spcBef>
                  <a:spcPct val="0"/>
                </a:spcBef>
                <a:buClrTx/>
                <a:buSzTx/>
                <a:buFontTx/>
                <a:buNone/>
              </a:pPr>
              <a:t>9</a:t>
            </a:fld>
            <a:endParaRPr lang="en-US" altLang="en-US" sz="1000" b="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语言概述</a:t>
            </a:r>
          </a:p>
        </p:txBody>
      </p:sp>
      <p:sp>
        <p:nvSpPr>
          <p:cNvPr id="19460" name="Rectangle 3"/>
          <p:cNvSpPr>
            <a:spLocks noGrp="1" noChangeArrowheads="1"/>
          </p:cNvSpPr>
          <p:nvPr>
            <p:ph idx="1"/>
          </p:nvPr>
        </p:nvSpPr>
        <p:spPr/>
        <p:txBody>
          <a:bodyPr/>
          <a:lstStyle/>
          <a:p>
            <a:pPr>
              <a:lnSpc>
                <a:spcPct val="90000"/>
              </a:lnSpc>
            </a:pPr>
            <a:r>
              <a:rPr lang="en-US" altLang="zh-CN" sz="2600" smtClean="0">
                <a:latin typeface="Times New Roman" panose="02020603050405020304" pitchFamily="18" charset="0"/>
                <a:ea typeface="宋体" panose="02010600030101010101" pitchFamily="2" charset="-122"/>
              </a:rPr>
              <a:t>C</a:t>
            </a:r>
            <a:r>
              <a:rPr lang="zh-CN" altLang="en-US" sz="2600" smtClean="0">
                <a:latin typeface="Times New Roman" panose="02020603050405020304" pitchFamily="18" charset="0"/>
                <a:ea typeface="宋体" panose="02010600030101010101" pitchFamily="2" charset="-122"/>
              </a:rPr>
              <a:t>语言是在</a:t>
            </a:r>
            <a:r>
              <a:rPr lang="en-US" altLang="zh-CN" sz="2600" smtClean="0">
                <a:latin typeface="Times New Roman" panose="02020603050405020304" pitchFamily="18" charset="0"/>
                <a:ea typeface="宋体" panose="02010600030101010101" pitchFamily="2" charset="-122"/>
              </a:rPr>
              <a:t>BCPL</a:t>
            </a:r>
            <a:r>
              <a:rPr lang="zh-CN" altLang="en-US" sz="2600" smtClean="0">
                <a:latin typeface="Times New Roman" panose="02020603050405020304" pitchFamily="18" charset="0"/>
                <a:ea typeface="宋体" panose="02010600030101010101" pitchFamily="2" charset="-122"/>
              </a:rPr>
              <a:t>和</a:t>
            </a:r>
            <a:r>
              <a:rPr lang="en-US" altLang="zh-CN" sz="2600" smtClean="0">
                <a:latin typeface="Times New Roman" panose="02020603050405020304" pitchFamily="18" charset="0"/>
                <a:ea typeface="宋体" panose="02010600030101010101" pitchFamily="2" charset="-122"/>
              </a:rPr>
              <a:t>B</a:t>
            </a:r>
            <a:r>
              <a:rPr lang="zh-CN" altLang="en-US" sz="2600" smtClean="0">
                <a:latin typeface="Times New Roman" panose="02020603050405020304" pitchFamily="18" charset="0"/>
                <a:ea typeface="宋体" panose="02010600030101010101" pitchFamily="2" charset="-122"/>
              </a:rPr>
              <a:t>语言的基础上发展起来的</a:t>
            </a:r>
          </a:p>
          <a:p>
            <a:pPr>
              <a:lnSpc>
                <a:spcPct val="90000"/>
              </a:lnSpc>
            </a:pPr>
            <a:r>
              <a:rPr lang="zh-CN" altLang="en-US" sz="2600" smtClean="0">
                <a:latin typeface="Times New Roman" panose="02020603050405020304" pitchFamily="18" charset="0"/>
                <a:ea typeface="宋体" panose="02010600030101010101" pitchFamily="2" charset="-122"/>
              </a:rPr>
              <a:t>与著名的</a:t>
            </a:r>
            <a:r>
              <a:rPr lang="en-US" altLang="zh-CN" sz="2600" smtClean="0">
                <a:latin typeface="Times New Roman" panose="02020603050405020304" pitchFamily="18" charset="0"/>
                <a:ea typeface="宋体" panose="02010600030101010101" pitchFamily="2" charset="-122"/>
              </a:rPr>
              <a:t>UNIX</a:t>
            </a:r>
            <a:r>
              <a:rPr lang="zh-CN" altLang="en-US" sz="2600" smtClean="0">
                <a:latin typeface="Times New Roman" panose="02020603050405020304" pitchFamily="18" charset="0"/>
                <a:ea typeface="宋体" panose="02010600030101010101" pitchFamily="2" charset="-122"/>
              </a:rPr>
              <a:t>操作系统的产生相辅相成的</a:t>
            </a:r>
          </a:p>
          <a:p>
            <a:pPr>
              <a:lnSpc>
                <a:spcPct val="90000"/>
              </a:lnSpc>
            </a:pPr>
            <a:r>
              <a:rPr lang="zh-CN" altLang="en-US" sz="2600" smtClean="0">
                <a:latin typeface="Times New Roman" panose="02020603050405020304" pitchFamily="18" charset="0"/>
                <a:ea typeface="宋体" panose="02010600030101010101" pitchFamily="2" charset="-122"/>
              </a:rPr>
              <a:t>最初</a:t>
            </a:r>
            <a:r>
              <a:rPr lang="en-US" altLang="zh-CN" sz="2600" smtClean="0">
                <a:latin typeface="Times New Roman" panose="02020603050405020304" pitchFamily="18" charset="0"/>
                <a:ea typeface="宋体" panose="02010600030101010101" pitchFamily="2" charset="-122"/>
              </a:rPr>
              <a:t>C</a:t>
            </a:r>
            <a:r>
              <a:rPr lang="zh-CN" altLang="en-US" sz="2600" smtClean="0">
                <a:latin typeface="Times New Roman" panose="02020603050405020304" pitchFamily="18" charset="0"/>
                <a:ea typeface="宋体" panose="02010600030101010101" pitchFamily="2" charset="-122"/>
              </a:rPr>
              <a:t>语言以</a:t>
            </a:r>
            <a:r>
              <a:rPr lang="en-US" altLang="zh-CN" sz="2600" smtClean="0">
                <a:latin typeface="Times New Roman" panose="02020603050405020304" pitchFamily="18" charset="0"/>
                <a:ea typeface="宋体" panose="02010600030101010101" pitchFamily="2" charset="-122"/>
              </a:rPr>
              <a:t>B.W. Kernighan</a:t>
            </a:r>
            <a:r>
              <a:rPr lang="zh-CN" altLang="en-US" sz="2600" smtClean="0">
                <a:latin typeface="Times New Roman" panose="02020603050405020304" pitchFamily="18" charset="0"/>
                <a:ea typeface="宋体" panose="02010600030101010101" pitchFamily="2" charset="-122"/>
              </a:rPr>
              <a:t>和</a:t>
            </a:r>
            <a:r>
              <a:rPr lang="en-US" altLang="zh-CN" sz="2600" smtClean="0">
                <a:latin typeface="Times New Roman" panose="02020603050405020304" pitchFamily="18" charset="0"/>
                <a:ea typeface="宋体" panose="02010600030101010101" pitchFamily="2" charset="-122"/>
              </a:rPr>
              <a:t>D. M. Ritchie</a:t>
            </a:r>
            <a:r>
              <a:rPr lang="zh-CN" altLang="en-US" sz="2600" smtClean="0">
                <a:latin typeface="Times New Roman" panose="02020603050405020304" pitchFamily="18" charset="0"/>
                <a:ea typeface="宋体" panose="02010600030101010101" pitchFamily="2" charset="-122"/>
              </a:rPr>
              <a:t>所著的</a:t>
            </a:r>
            <a:r>
              <a:rPr lang="en-US" altLang="zh-CN" sz="2600" smtClean="0">
                <a:latin typeface="Times New Roman" panose="02020603050405020304" pitchFamily="18" charset="0"/>
                <a:ea typeface="宋体" panose="02010600030101010101" pitchFamily="2" charset="-122"/>
              </a:rPr>
              <a:t>《The C Programming Language》</a:t>
            </a:r>
            <a:r>
              <a:rPr lang="zh-CN" altLang="en-US" sz="2600" smtClean="0">
                <a:latin typeface="Times New Roman" panose="02020603050405020304" pitchFamily="18" charset="0"/>
                <a:ea typeface="宋体" panose="02010600030101010101" pitchFamily="2" charset="-122"/>
              </a:rPr>
              <a:t>为标准，谓之</a:t>
            </a:r>
            <a:r>
              <a:rPr lang="en-US" altLang="zh-CN" sz="2600" smtClean="0">
                <a:latin typeface="Times New Roman" panose="02020603050405020304" pitchFamily="18" charset="0"/>
                <a:ea typeface="宋体" panose="02010600030101010101" pitchFamily="2" charset="-122"/>
              </a:rPr>
              <a:t>K&amp;R C</a:t>
            </a:r>
          </a:p>
          <a:p>
            <a:pPr>
              <a:lnSpc>
                <a:spcPct val="90000"/>
              </a:lnSpc>
            </a:pPr>
            <a:r>
              <a:rPr lang="zh-CN" altLang="en-US" sz="2600" smtClean="0">
                <a:latin typeface="Times New Roman" panose="02020603050405020304" pitchFamily="18" charset="0"/>
                <a:ea typeface="宋体" panose="02010600030101010101" pitchFamily="2" charset="-122"/>
              </a:rPr>
              <a:t>美国国家标准化协会（</a:t>
            </a:r>
            <a:r>
              <a:rPr lang="en-US" altLang="zh-CN" sz="2600" smtClean="0">
                <a:latin typeface="Times New Roman" panose="02020603050405020304" pitchFamily="18" charset="0"/>
                <a:ea typeface="宋体" panose="02010600030101010101" pitchFamily="2" charset="-122"/>
              </a:rPr>
              <a:t>American National Standard Institute</a:t>
            </a:r>
            <a:r>
              <a:rPr lang="zh-CN" altLang="en-US" sz="2600" smtClean="0">
                <a:latin typeface="Times New Roman" panose="02020603050405020304" pitchFamily="18" charset="0"/>
                <a:ea typeface="宋体" panose="02010600030101010101" pitchFamily="2" charset="-122"/>
              </a:rPr>
              <a:t>，</a:t>
            </a:r>
            <a:r>
              <a:rPr lang="en-US" altLang="zh-CN" sz="2600" smtClean="0">
                <a:latin typeface="Times New Roman" panose="02020603050405020304" pitchFamily="18" charset="0"/>
                <a:ea typeface="宋体" panose="02010600030101010101" pitchFamily="2" charset="-122"/>
              </a:rPr>
              <a:t>ANSI</a:t>
            </a:r>
            <a:r>
              <a:rPr lang="zh-CN" altLang="en-US" sz="2600" smtClean="0">
                <a:latin typeface="Times New Roman" panose="02020603050405020304" pitchFamily="18" charset="0"/>
                <a:ea typeface="宋体" panose="02010600030101010101" pitchFamily="2" charset="-122"/>
              </a:rPr>
              <a:t>）于</a:t>
            </a:r>
            <a:r>
              <a:rPr lang="en-US" altLang="zh-CN" sz="2600" smtClean="0">
                <a:latin typeface="Times New Roman" panose="02020603050405020304" pitchFamily="18" charset="0"/>
                <a:ea typeface="宋体" panose="02010600030101010101" pitchFamily="2" charset="-122"/>
              </a:rPr>
              <a:t>1983</a:t>
            </a:r>
            <a:r>
              <a:rPr lang="zh-CN" altLang="en-US" sz="2600" smtClean="0">
                <a:latin typeface="Times New Roman" panose="02020603050405020304" pitchFamily="18" charset="0"/>
                <a:ea typeface="宋体" panose="02010600030101010101" pitchFamily="2" charset="-122"/>
              </a:rPr>
              <a:t>年开始为</a:t>
            </a:r>
            <a:r>
              <a:rPr lang="en-US" altLang="zh-CN" sz="2600" smtClean="0">
                <a:latin typeface="Times New Roman" panose="02020603050405020304" pitchFamily="18" charset="0"/>
                <a:ea typeface="宋体" panose="02010600030101010101" pitchFamily="2" charset="-122"/>
              </a:rPr>
              <a:t>C</a:t>
            </a:r>
            <a:r>
              <a:rPr lang="zh-CN" altLang="en-US" sz="2600" smtClean="0">
                <a:latin typeface="Times New Roman" panose="02020603050405020304" pitchFamily="18" charset="0"/>
                <a:ea typeface="宋体" panose="02010600030101010101" pitchFamily="2" charset="-122"/>
              </a:rPr>
              <a:t>语言制定统一标准，该标准颁布于</a:t>
            </a:r>
            <a:r>
              <a:rPr lang="en-US" altLang="zh-CN" sz="2600" smtClean="0">
                <a:latin typeface="Times New Roman" panose="02020603050405020304" pitchFamily="18" charset="0"/>
                <a:ea typeface="宋体" panose="02010600030101010101" pitchFamily="2" charset="-122"/>
              </a:rPr>
              <a:t>1987</a:t>
            </a:r>
            <a:r>
              <a:rPr lang="zh-CN" altLang="en-US" sz="2600" smtClean="0">
                <a:latin typeface="Times New Roman" panose="02020603050405020304" pitchFamily="18" charset="0"/>
                <a:ea typeface="宋体" panose="02010600030101010101" pitchFamily="2" charset="-122"/>
              </a:rPr>
              <a:t>年，称之为</a:t>
            </a:r>
            <a:r>
              <a:rPr lang="en-US" altLang="zh-CN" sz="2600" smtClean="0">
                <a:latin typeface="Times New Roman" panose="02020603050405020304" pitchFamily="18" charset="0"/>
                <a:ea typeface="宋体" panose="02010600030101010101" pitchFamily="2" charset="-122"/>
              </a:rPr>
              <a:t>87 ANSI C</a:t>
            </a:r>
            <a:r>
              <a:rPr lang="zh-CN" altLang="en-US" sz="2600" smtClean="0">
                <a:latin typeface="Times New Roman" panose="02020603050405020304" pitchFamily="18" charset="0"/>
                <a:ea typeface="宋体" panose="02010600030101010101" pitchFamily="2" charset="-122"/>
              </a:rPr>
              <a:t>。</a:t>
            </a:r>
          </a:p>
          <a:p>
            <a:pPr>
              <a:lnSpc>
                <a:spcPct val="90000"/>
              </a:lnSpc>
            </a:pPr>
            <a:r>
              <a:rPr lang="en-US" altLang="zh-CN" sz="2600" smtClean="0">
                <a:latin typeface="Times New Roman" panose="02020603050405020304" pitchFamily="18" charset="0"/>
                <a:ea typeface="宋体" panose="02010600030101010101" pitchFamily="2" charset="-122"/>
              </a:rPr>
              <a:t>1989</a:t>
            </a:r>
            <a:r>
              <a:rPr lang="zh-CN" altLang="en-US" sz="2600" smtClean="0">
                <a:latin typeface="Times New Roman" panose="02020603050405020304" pitchFamily="18" charset="0"/>
                <a:ea typeface="宋体" panose="02010600030101010101" pitchFamily="2" charset="-122"/>
              </a:rPr>
              <a:t>年，</a:t>
            </a:r>
            <a:r>
              <a:rPr lang="en-US" altLang="zh-CN" sz="2600" smtClean="0">
                <a:latin typeface="Times New Roman" panose="02020603050405020304" pitchFamily="18" charset="0"/>
                <a:ea typeface="宋体" panose="02010600030101010101" pitchFamily="2" charset="-122"/>
              </a:rPr>
              <a:t>ISO</a:t>
            </a:r>
            <a:r>
              <a:rPr lang="zh-CN" altLang="en-US" sz="2600" smtClean="0">
                <a:latin typeface="Times New Roman" panose="02020603050405020304" pitchFamily="18" charset="0"/>
                <a:ea typeface="宋体" panose="02010600030101010101" pitchFamily="2" charset="-122"/>
              </a:rPr>
              <a:t>为</a:t>
            </a:r>
            <a:r>
              <a:rPr lang="en-US" altLang="zh-CN" sz="2600" smtClean="0">
                <a:latin typeface="Times New Roman" panose="02020603050405020304" pitchFamily="18" charset="0"/>
                <a:ea typeface="宋体" panose="02010600030101010101" pitchFamily="2" charset="-122"/>
              </a:rPr>
              <a:t>C</a:t>
            </a:r>
            <a:r>
              <a:rPr lang="zh-CN" altLang="en-US" sz="2600" smtClean="0">
                <a:latin typeface="Times New Roman" panose="02020603050405020304" pitchFamily="18" charset="0"/>
                <a:ea typeface="宋体" panose="02010600030101010101" pitchFamily="2" charset="-122"/>
              </a:rPr>
              <a:t>语言制定了国际标准</a:t>
            </a:r>
            <a:r>
              <a:rPr lang="en-US" altLang="zh-CN" sz="2600" smtClean="0">
                <a:latin typeface="Times New Roman" panose="02020603050405020304" pitchFamily="18" charset="0"/>
                <a:ea typeface="宋体" panose="02010600030101010101" pitchFamily="2" charset="-122"/>
              </a:rPr>
              <a:t>C89</a:t>
            </a:r>
            <a:r>
              <a:rPr lang="zh-CN" altLang="en-US" sz="2600" smtClean="0">
                <a:latin typeface="Times New Roman" panose="02020603050405020304" pitchFamily="18" charset="0"/>
                <a:ea typeface="宋体" panose="02010600030101010101" pitchFamily="2" charset="-122"/>
              </a:rPr>
              <a:t>。最新的</a:t>
            </a:r>
            <a:r>
              <a:rPr lang="en-US" altLang="zh-CN" sz="2600" smtClean="0">
                <a:latin typeface="Times New Roman" panose="02020603050405020304" pitchFamily="18" charset="0"/>
                <a:ea typeface="宋体" panose="02010600030101010101" pitchFamily="2" charset="-122"/>
              </a:rPr>
              <a:t>C</a:t>
            </a:r>
            <a:r>
              <a:rPr lang="zh-CN" altLang="en-US" sz="2600" smtClean="0">
                <a:latin typeface="Times New Roman" panose="02020603050405020304" pitchFamily="18" charset="0"/>
                <a:ea typeface="宋体" panose="02010600030101010101" pitchFamily="2" charset="-122"/>
              </a:rPr>
              <a:t>语言国际标准是</a:t>
            </a:r>
            <a:r>
              <a:rPr lang="en-US" altLang="zh-CN" sz="2600" smtClean="0">
                <a:latin typeface="Times New Roman" panose="02020603050405020304" pitchFamily="18" charset="0"/>
                <a:ea typeface="宋体" panose="02010600030101010101" pitchFamily="2" charset="-122"/>
              </a:rPr>
              <a:t>1999</a:t>
            </a:r>
            <a:r>
              <a:rPr lang="zh-CN" altLang="en-US" sz="2600" smtClean="0">
                <a:latin typeface="Times New Roman" panose="02020603050405020304" pitchFamily="18" charset="0"/>
                <a:ea typeface="宋体" panose="02010600030101010101" pitchFamily="2" charset="-122"/>
              </a:rPr>
              <a:t>年颁布的</a:t>
            </a:r>
            <a:r>
              <a:rPr lang="en-US" altLang="zh-CN" sz="2600" smtClean="0">
                <a:latin typeface="Times New Roman" panose="02020603050405020304" pitchFamily="18" charset="0"/>
                <a:ea typeface="宋体" panose="02010600030101010101" pitchFamily="2" charset="-122"/>
              </a:rPr>
              <a:t>C99</a:t>
            </a:r>
            <a:r>
              <a:rPr lang="zh-CN" altLang="en-US" sz="2600" smtClean="0">
                <a:latin typeface="Times New Roman" panose="02020603050405020304" pitchFamily="18" charset="0"/>
                <a:ea typeface="宋体" panose="02010600030101010101" pitchFamily="2" charset="-122"/>
              </a:rPr>
              <a:t>。本书按</a:t>
            </a:r>
            <a:r>
              <a:rPr lang="en-US" altLang="zh-CN" sz="2600" smtClean="0">
                <a:latin typeface="Times New Roman" panose="02020603050405020304" pitchFamily="18" charset="0"/>
                <a:ea typeface="宋体" panose="02010600030101010101" pitchFamily="2" charset="-122"/>
              </a:rPr>
              <a:t>C99</a:t>
            </a:r>
            <a:r>
              <a:rPr lang="zh-CN" altLang="en-US" sz="2600" smtClean="0">
                <a:latin typeface="Times New Roman" panose="02020603050405020304" pitchFamily="18" charset="0"/>
                <a:ea typeface="宋体" panose="02010600030101010101" pitchFamily="2" charset="-122"/>
              </a:rPr>
              <a:t>标准叙述。</a:t>
            </a:r>
            <a:endParaRPr lang="en-US" altLang="zh-CN" sz="2600" smtClean="0">
              <a:latin typeface="Times New Roman" panose="02020603050405020304" pitchFamily="18" charset="0"/>
              <a:ea typeface="宋体" panose="02010600030101010101" pitchFamily="2" charset="-122"/>
            </a:endParaRPr>
          </a:p>
        </p:txBody>
      </p:sp>
      <p:sp>
        <p:nvSpPr>
          <p:cNvPr id="194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669FC21F-2FC7-4780-BDDF-E9CF815E8980}" type="slidenum">
              <a:rPr lang="en-US" altLang="en-US" sz="1000" b="0"/>
              <a:pPr>
                <a:spcBef>
                  <a:spcPct val="0"/>
                </a:spcBef>
                <a:buClrTx/>
                <a:buSzTx/>
                <a:buFontTx/>
                <a:buNone/>
              </a:pPr>
              <a:t>10</a:t>
            </a:fld>
            <a:endParaRPr lang="en-US" altLang="en-US" sz="1000" b="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827584" y="386838"/>
            <a:ext cx="6769371" cy="576262"/>
          </a:xfrm>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语言源程序的结构与执行</a:t>
            </a:r>
          </a:p>
        </p:txBody>
      </p:sp>
      <p:sp>
        <p:nvSpPr>
          <p:cNvPr id="20484" name="Rectangle 3"/>
          <p:cNvSpPr>
            <a:spLocks noGrp="1" noChangeArrowheads="1"/>
          </p:cNvSpPr>
          <p:nvPr>
            <p:ph idx="1"/>
          </p:nvPr>
        </p:nvSpPr>
        <p:spPr/>
        <p:txBody>
          <a:bodyPr/>
          <a:lstStyle/>
          <a:p>
            <a:pPr>
              <a:buFont typeface="Wingdings" panose="05000000000000000000" pitchFamily="2" charset="2"/>
              <a:buNone/>
            </a:pPr>
            <a:r>
              <a:rPr lang="en-US" altLang="zh-CN" dirty="0" smtClean="0">
                <a:latin typeface="Times New Roman" panose="02020603050405020304" pitchFamily="18" charset="0"/>
                <a:ea typeface="宋体" panose="02010600030101010101" pitchFamily="2" charset="-122"/>
              </a:rPr>
              <a:t>1. C</a:t>
            </a:r>
            <a:r>
              <a:rPr lang="zh-CN" altLang="en-US" dirty="0" smtClean="0">
                <a:latin typeface="Times New Roman" panose="02020603050405020304" pitchFamily="18" charset="0"/>
                <a:ea typeface="宋体" panose="02010600030101010101" pitchFamily="2" charset="-122"/>
              </a:rPr>
              <a:t>语言源程序的结构</a:t>
            </a:r>
          </a:p>
          <a:p>
            <a:r>
              <a:rPr lang="zh-CN" altLang="en-US" dirty="0" smtClean="0">
                <a:latin typeface="Times New Roman" panose="02020603050405020304" pitchFamily="18" charset="0"/>
                <a:ea typeface="宋体" panose="02010600030101010101" pitchFamily="2" charset="-122"/>
              </a:rPr>
              <a:t>一个</a:t>
            </a:r>
            <a:r>
              <a:rPr lang="en-US" altLang="zh-CN" dirty="0" smtClean="0">
                <a:latin typeface="Times New Roman" panose="02020603050405020304" pitchFamily="18" charset="0"/>
                <a:ea typeface="宋体" panose="02010600030101010101" pitchFamily="2" charset="-122"/>
              </a:rPr>
              <a:t>C</a:t>
            </a:r>
            <a:r>
              <a:rPr lang="zh-CN" altLang="en-US" dirty="0" smtClean="0">
                <a:latin typeface="Times New Roman" panose="02020603050405020304" pitchFamily="18" charset="0"/>
                <a:ea typeface="宋体" panose="02010600030101010101" pitchFamily="2" charset="-122"/>
              </a:rPr>
              <a:t>语言源程序由一系列的外部声明组成。</a:t>
            </a:r>
          </a:p>
          <a:p>
            <a:r>
              <a:rPr lang="zh-CN" altLang="en-US" dirty="0" smtClean="0">
                <a:latin typeface="Times New Roman" panose="02020603050405020304" pitchFamily="18" charset="0"/>
                <a:ea typeface="宋体" panose="02010600030101010101" pitchFamily="2" charset="-122"/>
              </a:rPr>
              <a:t>外部声明</a:t>
            </a:r>
          </a:p>
          <a:p>
            <a:pPr lvl="1"/>
            <a:r>
              <a:rPr lang="zh-CN" altLang="en-US" dirty="0" smtClean="0">
                <a:latin typeface="Times New Roman" panose="02020603050405020304" pitchFamily="18" charset="0"/>
                <a:ea typeface="宋体" panose="02010600030101010101" pitchFamily="2" charset="-122"/>
              </a:rPr>
              <a:t>函数定义性声明</a:t>
            </a:r>
          </a:p>
          <a:p>
            <a:pPr lvl="1"/>
            <a:r>
              <a:rPr lang="zh-CN" altLang="en-US" dirty="0" smtClean="0">
                <a:latin typeface="Times New Roman" panose="02020603050405020304" pitchFamily="18" charset="0"/>
                <a:ea typeface="宋体" panose="02010600030101010101" pitchFamily="2" charset="-122"/>
              </a:rPr>
              <a:t>外部数据定义性声明</a:t>
            </a:r>
          </a:p>
          <a:p>
            <a:pPr lvl="1"/>
            <a:r>
              <a:rPr lang="zh-CN" altLang="en-US" dirty="0" smtClean="0">
                <a:latin typeface="Times New Roman" panose="02020603050405020304" pitchFamily="18" charset="0"/>
                <a:ea typeface="宋体" panose="02010600030101010101" pitchFamily="2" charset="-122"/>
              </a:rPr>
              <a:t>函数引用性声明</a:t>
            </a:r>
          </a:p>
          <a:p>
            <a:pPr lvl="1"/>
            <a:r>
              <a:rPr lang="zh-CN" altLang="en-US" dirty="0" smtClean="0">
                <a:latin typeface="Times New Roman" panose="02020603050405020304" pitchFamily="18" charset="0"/>
                <a:ea typeface="宋体" panose="02010600030101010101" pitchFamily="2" charset="-122"/>
              </a:rPr>
              <a:t>外部数据引用性声明</a:t>
            </a:r>
          </a:p>
        </p:txBody>
      </p:sp>
      <p:sp>
        <p:nvSpPr>
          <p:cNvPr id="204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C4FF128C-2429-46A8-A570-9ED9B48AEE74}" type="slidenum">
              <a:rPr lang="en-US" altLang="en-US" sz="1000" b="0"/>
              <a:pPr>
                <a:spcBef>
                  <a:spcPct val="0"/>
                </a:spcBef>
                <a:buClrTx/>
                <a:buSzTx/>
                <a:buFontTx/>
                <a:buNone/>
              </a:pPr>
              <a:t>11</a:t>
            </a:fld>
            <a:endParaRPr lang="en-US" altLang="en-US" sz="1000" b="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语言程序例</a:t>
            </a:r>
          </a:p>
        </p:txBody>
      </p:sp>
      <p:sp>
        <p:nvSpPr>
          <p:cNvPr id="26628" name="Rectangle 3"/>
          <p:cNvSpPr>
            <a:spLocks noGrp="1" noChangeArrowheads="1"/>
          </p:cNvSpPr>
          <p:nvPr>
            <p:ph idx="1"/>
          </p:nvPr>
        </p:nvSpPr>
        <p:spPr>
          <a:xfrm>
            <a:off x="468313" y="1557338"/>
            <a:ext cx="8496300" cy="5300662"/>
          </a:xfrm>
        </p:spPr>
        <p:txBody>
          <a:bodyPr/>
          <a:lstStyle/>
          <a:p>
            <a:pPr>
              <a:lnSpc>
                <a:spcPct val="90000"/>
              </a:lnSpc>
            </a:pPr>
            <a:r>
              <a:rPr lang="zh-CN" altLang="en-US" sz="2100" smtClean="0">
                <a:latin typeface="Times New Roman" panose="02020603050405020304" pitchFamily="18" charset="0"/>
                <a:ea typeface="宋体" panose="02010600030101010101" pitchFamily="2" charset="-122"/>
              </a:rPr>
              <a:t>例</a:t>
            </a:r>
            <a:r>
              <a:rPr lang="en-US" altLang="zh-CN" sz="2100" smtClean="0">
                <a:latin typeface="Times New Roman" panose="02020603050405020304" pitchFamily="18" charset="0"/>
                <a:ea typeface="宋体" panose="02010600030101010101" pitchFamily="2" charset="-122"/>
              </a:rPr>
              <a:t>1.1 </a:t>
            </a:r>
            <a:r>
              <a:rPr lang="zh-CN" altLang="en-US" sz="2100" smtClean="0">
                <a:latin typeface="Times New Roman" panose="02020603050405020304" pitchFamily="18" charset="0"/>
                <a:ea typeface="宋体" panose="02010600030101010101" pitchFamily="2" charset="-122"/>
              </a:rPr>
              <a:t>输入</a:t>
            </a:r>
            <a:r>
              <a:rPr lang="en-US" altLang="zh-CN" sz="2100" smtClean="0">
                <a:latin typeface="Times New Roman" panose="02020603050405020304" pitchFamily="18" charset="0"/>
                <a:ea typeface="宋体" panose="02010600030101010101" pitchFamily="2" charset="-122"/>
              </a:rPr>
              <a:t>3</a:t>
            </a:r>
            <a:r>
              <a:rPr lang="zh-CN" altLang="en-US" sz="2100" smtClean="0">
                <a:latin typeface="Times New Roman" panose="02020603050405020304" pitchFamily="18" charset="0"/>
                <a:ea typeface="宋体" panose="02010600030101010101" pitchFamily="2" charset="-122"/>
              </a:rPr>
              <a:t>个正整数，求它们的最小值（设该最小值为</a:t>
            </a:r>
            <a:r>
              <a:rPr lang="en-US" altLang="zh-CN" sz="2100" smtClean="0">
                <a:latin typeface="Times New Roman" panose="02020603050405020304" pitchFamily="18" charset="0"/>
                <a:ea typeface="宋体" panose="02010600030101010101" pitchFamily="2" charset="-122"/>
              </a:rPr>
              <a:t>n</a:t>
            </a:r>
            <a:r>
              <a:rPr lang="zh-CN" altLang="en-US" sz="2100" smtClean="0">
                <a:latin typeface="Times New Roman" panose="02020603050405020304" pitchFamily="18" charset="0"/>
                <a:ea typeface="宋体" panose="02010600030101010101" pitchFamily="2" charset="-122"/>
              </a:rPr>
              <a:t>），并计算</a:t>
            </a:r>
            <a:r>
              <a:rPr lang="en-US" altLang="zh-CN" sz="2100" smtClean="0">
                <a:latin typeface="Times New Roman" panose="02020603050405020304" pitchFamily="18" charset="0"/>
                <a:ea typeface="宋体" panose="02010600030101010101" pitchFamily="2" charset="-122"/>
              </a:rPr>
              <a:t>1+2+…+n</a:t>
            </a:r>
            <a:r>
              <a:rPr lang="zh-CN" altLang="en-US" sz="2100" smtClean="0">
                <a:latin typeface="Times New Roman" panose="02020603050405020304" pitchFamily="18" charset="0"/>
                <a:ea typeface="宋体" panose="02010600030101010101" pitchFamily="2" charset="-122"/>
              </a:rPr>
              <a:t>之和。</a:t>
            </a:r>
          </a:p>
          <a:p>
            <a:pPr>
              <a:lnSpc>
                <a:spcPct val="90000"/>
              </a:lnSpc>
            </a:pPr>
            <a:r>
              <a:rPr lang="zh-CN" altLang="en-US" sz="2100" smtClean="0">
                <a:latin typeface="Times New Roman" panose="02020603050405020304" pitchFamily="18" charset="0"/>
                <a:ea typeface="宋体" panose="02010600030101010101" pitchFamily="2" charset="-122"/>
              </a:rPr>
              <a:t>该程序由两个函数组成。程序代码存储在</a:t>
            </a:r>
            <a:r>
              <a:rPr lang="en-US" altLang="zh-CN" sz="2100" smtClean="0">
                <a:latin typeface="Times New Roman" panose="02020603050405020304" pitchFamily="18" charset="0"/>
                <a:ea typeface="宋体" panose="02010600030101010101" pitchFamily="2" charset="-122"/>
              </a:rPr>
              <a:t>myprog2.c</a:t>
            </a:r>
            <a:r>
              <a:rPr lang="zh-CN" altLang="en-US" sz="2100" smtClean="0">
                <a:latin typeface="Times New Roman" panose="02020603050405020304" pitchFamily="18" charset="0"/>
                <a:ea typeface="宋体" panose="02010600030101010101" pitchFamily="2" charset="-122"/>
              </a:rPr>
              <a:t>源程序文件中，文件内容如下：</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This is an example */</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#include &lt;stdio.h&gt;</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int min(int a, int b, int c); </a:t>
            </a:r>
            <a:r>
              <a:rPr lang="en-US" altLang="zh-CN" sz="2100" smtClean="0">
                <a:solidFill>
                  <a:srgbClr val="0000FF"/>
                </a:solidFill>
                <a:latin typeface="Times New Roman" panose="02020603050405020304" pitchFamily="18" charset="0"/>
                <a:ea typeface="宋体" panose="02010600030101010101" pitchFamily="2" charset="-122"/>
              </a:rPr>
              <a:t>/* </a:t>
            </a:r>
            <a:r>
              <a:rPr lang="zh-CN" altLang="en-US" sz="2100" smtClean="0">
                <a:solidFill>
                  <a:srgbClr val="0000FF"/>
                </a:solidFill>
                <a:latin typeface="Times New Roman" panose="02020603050405020304" pitchFamily="18" charset="0"/>
                <a:ea typeface="宋体" panose="02010600030101010101" pitchFamily="2" charset="-122"/>
              </a:rPr>
              <a:t>调用自定义函数</a:t>
            </a:r>
            <a:r>
              <a:rPr lang="en-US" altLang="zh-CN" sz="2100" smtClean="0">
                <a:solidFill>
                  <a:srgbClr val="0000FF"/>
                </a:solidFill>
                <a:latin typeface="Times New Roman" panose="02020603050405020304" pitchFamily="18" charset="0"/>
                <a:ea typeface="宋体" panose="02010600030101010101" pitchFamily="2" charset="-122"/>
              </a:rPr>
              <a:t>min </a:t>
            </a:r>
            <a:r>
              <a:rPr lang="zh-CN" altLang="en-US" sz="2100" smtClean="0">
                <a:solidFill>
                  <a:srgbClr val="0000FF"/>
                </a:solidFill>
                <a:latin typeface="Times New Roman" panose="02020603050405020304" pitchFamily="18" charset="0"/>
                <a:ea typeface="宋体" panose="02010600030101010101" pitchFamily="2" charset="-122"/>
              </a:rPr>
              <a:t>的引用性声明 *</a:t>
            </a:r>
            <a:r>
              <a:rPr lang="en-US" altLang="zh-CN" sz="2100" smtClean="0">
                <a:solidFill>
                  <a:srgbClr val="0000FF"/>
                </a:solidFill>
                <a:latin typeface="Times New Roman" panose="02020603050405020304" pitchFamily="18" charset="0"/>
                <a:ea typeface="宋体" panose="02010600030101010101" pitchFamily="2" charset="-122"/>
              </a:rPr>
              <a:t>/</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int main ( void)</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unsigned n1 , n2 , n3 , n,i,sum=0;</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 </a:t>
            </a:r>
            <a:r>
              <a:rPr lang="zh-CN" altLang="en-US" sz="2100" smtClean="0">
                <a:latin typeface="Times New Roman" panose="02020603050405020304" pitchFamily="18" charset="0"/>
                <a:ea typeface="宋体" panose="02010600030101010101" pitchFamily="2" charset="-122"/>
              </a:rPr>
              <a:t>声明程序中使用的存放正整数的</a:t>
            </a:r>
            <a:r>
              <a:rPr lang="en-US" altLang="zh-CN" sz="2100" smtClean="0">
                <a:latin typeface="Times New Roman" panose="02020603050405020304" pitchFamily="18" charset="0"/>
                <a:ea typeface="宋体" panose="02010600030101010101" pitchFamily="2" charset="-122"/>
              </a:rPr>
              <a:t>6</a:t>
            </a:r>
            <a:r>
              <a:rPr lang="zh-CN" altLang="en-US" sz="2100" smtClean="0">
                <a:latin typeface="Times New Roman" panose="02020603050405020304" pitchFamily="18" charset="0"/>
                <a:ea typeface="宋体" panose="02010600030101010101" pitchFamily="2" charset="-122"/>
              </a:rPr>
              <a:t>个变量 *</a:t>
            </a:r>
            <a:r>
              <a:rPr lang="en-US" altLang="zh-CN" sz="2100" smtClean="0">
                <a:latin typeface="Times New Roman" panose="02020603050405020304" pitchFamily="18" charset="0"/>
                <a:ea typeface="宋体" panose="02010600030101010101" pitchFamily="2" charset="-122"/>
              </a:rPr>
              <a:t>/</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printf(“Input 3 positive integer:”);</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scanf(“%u%u%u”, &amp;n1, &amp;n2, &amp;n3); </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a:t>
            </a:r>
            <a:r>
              <a:rPr lang="zh-CN" altLang="en-US" sz="2100" smtClean="0">
                <a:latin typeface="Times New Roman" panose="02020603050405020304" pitchFamily="18" charset="0"/>
                <a:ea typeface="宋体" panose="02010600030101010101" pitchFamily="2" charset="-122"/>
              </a:rPr>
              <a:t>输入</a:t>
            </a:r>
            <a:r>
              <a:rPr lang="en-US" altLang="zh-CN" sz="2100" smtClean="0">
                <a:latin typeface="Times New Roman" panose="02020603050405020304" pitchFamily="18" charset="0"/>
                <a:ea typeface="宋体" panose="02010600030101010101" pitchFamily="2" charset="-122"/>
              </a:rPr>
              <a:t>3</a:t>
            </a:r>
            <a:r>
              <a:rPr lang="zh-CN" altLang="en-US" sz="2100" smtClean="0">
                <a:latin typeface="Times New Roman" panose="02020603050405020304" pitchFamily="18" charset="0"/>
                <a:ea typeface="宋体" panose="02010600030101010101" pitchFamily="2" charset="-122"/>
              </a:rPr>
              <a:t>个正整数，分别存入</a:t>
            </a:r>
            <a:r>
              <a:rPr lang="en-US" altLang="zh-CN" sz="2100" smtClean="0">
                <a:latin typeface="Times New Roman" panose="02020603050405020304" pitchFamily="18" charset="0"/>
                <a:ea typeface="宋体" panose="02010600030101010101" pitchFamily="2" charset="-122"/>
              </a:rPr>
              <a:t>n1 , n2 , n3*/</a:t>
            </a:r>
          </a:p>
          <a:p>
            <a:pPr>
              <a:lnSpc>
                <a:spcPct val="90000"/>
              </a:lnSpc>
              <a:buFont typeface="Wingdings" panose="05000000000000000000" pitchFamily="2" charset="2"/>
              <a:buNone/>
            </a:pPr>
            <a:r>
              <a:rPr lang="en-US" altLang="zh-CN" sz="2100" smtClean="0">
                <a:latin typeface="Times New Roman" panose="02020603050405020304" pitchFamily="18" charset="0"/>
                <a:ea typeface="宋体" panose="02010600030101010101" pitchFamily="2" charset="-122"/>
              </a:rPr>
              <a:t>  </a:t>
            </a:r>
          </a:p>
        </p:txBody>
      </p:sp>
      <p:sp>
        <p:nvSpPr>
          <p:cNvPr id="266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91471C82-ACFE-45A9-8D39-0009E05592E8}" type="slidenum">
              <a:rPr lang="en-US" altLang="en-US" sz="1000" b="0"/>
              <a:pPr>
                <a:spcBef>
                  <a:spcPct val="0"/>
                </a:spcBef>
                <a:buClrTx/>
                <a:buSzTx/>
                <a:buFontTx/>
                <a:buNone/>
              </a:pPr>
              <a:t>12</a:t>
            </a:fld>
            <a:endParaRPr lang="en-US" altLang="en-US" sz="1000" b="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语言程序例</a:t>
            </a:r>
          </a:p>
        </p:txBody>
      </p:sp>
      <p:sp>
        <p:nvSpPr>
          <p:cNvPr id="27652" name="Rectangle 3"/>
          <p:cNvSpPr>
            <a:spLocks noGrp="1" noChangeArrowheads="1"/>
          </p:cNvSpPr>
          <p:nvPr>
            <p:ph idx="1"/>
          </p:nvPr>
        </p:nvSpPr>
        <p:spPr>
          <a:xfrm>
            <a:off x="468313" y="1557338"/>
            <a:ext cx="8280400" cy="4751387"/>
          </a:xfrm>
        </p:spPr>
        <p:txBody>
          <a:bodyPr/>
          <a:lstStyle/>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n=min(n1, n2, n3); /* </a:t>
            </a:r>
            <a:r>
              <a:rPr lang="zh-CN" altLang="en-US" sz="2200" smtClean="0">
                <a:latin typeface="Times New Roman" panose="02020603050405020304" pitchFamily="18" charset="0"/>
                <a:ea typeface="宋体" panose="02010600030101010101" pitchFamily="2" charset="-122"/>
              </a:rPr>
              <a:t>调用自定义函数</a:t>
            </a:r>
            <a:r>
              <a:rPr lang="en-US" altLang="zh-CN" sz="2200" smtClean="0">
                <a:latin typeface="Times New Roman" panose="02020603050405020304" pitchFamily="18" charset="0"/>
                <a:ea typeface="宋体" panose="02010600030101010101" pitchFamily="2" charset="-122"/>
              </a:rPr>
              <a:t>min</a:t>
            </a:r>
            <a:r>
              <a:rPr lang="zh-CN" altLang="en-US" sz="2200" smtClean="0">
                <a:latin typeface="Times New Roman" panose="02020603050405020304" pitchFamily="18" charset="0"/>
                <a:ea typeface="宋体" panose="02010600030101010101" pitchFamily="2" charset="-122"/>
              </a:rPr>
              <a:t>，求</a:t>
            </a:r>
            <a:r>
              <a:rPr lang="en-US" altLang="zh-CN" sz="2200" smtClean="0">
                <a:latin typeface="Times New Roman" panose="02020603050405020304" pitchFamily="18" charset="0"/>
                <a:ea typeface="宋体" panose="02010600030101010101" pitchFamily="2" charset="-122"/>
              </a:rPr>
              <a:t>3</a:t>
            </a:r>
            <a:r>
              <a:rPr lang="zh-CN" altLang="en-US" sz="2200" smtClean="0">
                <a:latin typeface="Times New Roman" panose="02020603050405020304" pitchFamily="18" charset="0"/>
                <a:ea typeface="宋体" panose="02010600030101010101" pitchFamily="2" charset="-122"/>
              </a:rPr>
              <a:t>个正整数的最小值 *</a:t>
            </a:r>
            <a:r>
              <a:rPr lang="en-US" altLang="zh-CN" sz="2200" smtClean="0">
                <a:latin typeface="Times New Roman" panose="02020603050405020304" pitchFamily="18" charset="0"/>
                <a:ea typeface="宋体" panose="02010600030101010101" pitchFamily="2" charset="-122"/>
              </a:rPr>
              <a:t>/</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for(i=1;i&lt;=n;i++)</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sum=sum+i;</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printf(“Minimum=%u\n1+2+....+%u=%u\n”, n,n, sum); </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int min(int a, int b, int c)  /* </a:t>
            </a:r>
            <a:r>
              <a:rPr lang="zh-CN" altLang="en-US" sz="2200" smtClean="0">
                <a:latin typeface="Times New Roman" panose="02020603050405020304" pitchFamily="18" charset="0"/>
                <a:ea typeface="宋体" panose="02010600030101010101" pitchFamily="2" charset="-122"/>
              </a:rPr>
              <a:t>求</a:t>
            </a:r>
            <a:r>
              <a:rPr lang="en-US" altLang="zh-CN" sz="2200" smtClean="0">
                <a:latin typeface="Times New Roman" panose="02020603050405020304" pitchFamily="18" charset="0"/>
                <a:ea typeface="宋体" panose="02010600030101010101" pitchFamily="2" charset="-122"/>
              </a:rPr>
              <a:t>3</a:t>
            </a:r>
            <a:r>
              <a:rPr lang="zh-CN" altLang="en-US" sz="2200" smtClean="0">
                <a:latin typeface="Times New Roman" panose="02020603050405020304" pitchFamily="18" charset="0"/>
                <a:ea typeface="宋体" panose="02010600030101010101" pitchFamily="2" charset="-122"/>
              </a:rPr>
              <a:t>个整数的最小值的函数定义 *</a:t>
            </a:r>
            <a:r>
              <a:rPr lang="en-US" altLang="zh-CN" sz="2200" smtClean="0">
                <a:latin typeface="Times New Roman" panose="02020603050405020304" pitchFamily="18" charset="0"/>
                <a:ea typeface="宋体" panose="02010600030101010101" pitchFamily="2" charset="-122"/>
              </a:rPr>
              <a:t>/</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if(a&lt;=b&amp;&amp;a&lt;= c)</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return a;</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else if(b&lt;=a&amp;&amp;b&lt;=c)</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return b;</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else</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          return c;</a:t>
            </a:r>
          </a:p>
          <a:p>
            <a:pPr>
              <a:lnSpc>
                <a:spcPct val="80000"/>
              </a:lnSpc>
              <a:buFont typeface="Wingdings" panose="05000000000000000000" pitchFamily="2" charset="2"/>
              <a:buNone/>
            </a:pPr>
            <a:r>
              <a:rPr lang="en-US" altLang="zh-CN" sz="2200" smtClean="0">
                <a:latin typeface="Times New Roman" panose="02020603050405020304" pitchFamily="18" charset="0"/>
                <a:ea typeface="宋体" panose="02010600030101010101" pitchFamily="2" charset="-122"/>
              </a:rPr>
              <a:t>}</a:t>
            </a:r>
          </a:p>
          <a:p>
            <a:pPr>
              <a:lnSpc>
                <a:spcPct val="80000"/>
              </a:lnSpc>
              <a:buFont typeface="Wingdings" panose="05000000000000000000" pitchFamily="2" charset="2"/>
              <a:buNone/>
            </a:pPr>
            <a:endParaRPr lang="en-US" altLang="zh-CN" sz="2200" smtClean="0">
              <a:ea typeface="宋体" panose="02010600030101010101" pitchFamily="2" charset="-122"/>
            </a:endParaRPr>
          </a:p>
        </p:txBody>
      </p:sp>
      <p:sp>
        <p:nvSpPr>
          <p:cNvPr id="276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69B009EB-4EF8-4941-8F4E-A4BB55472330}" type="slidenum">
              <a:rPr lang="en-US" altLang="en-US" sz="1000" b="0"/>
              <a:pPr>
                <a:spcBef>
                  <a:spcPct val="0"/>
                </a:spcBef>
                <a:buClrTx/>
                <a:buSzTx/>
                <a:buFontTx/>
                <a:buNone/>
              </a:pPr>
              <a:t>13</a:t>
            </a:fld>
            <a:endParaRPr lang="en-US" altLang="en-US" sz="1000" b="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755576" y="260648"/>
            <a:ext cx="6912768" cy="620837"/>
          </a:xfrm>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语言源程序的结构与执行</a:t>
            </a:r>
          </a:p>
        </p:txBody>
      </p:sp>
      <p:sp>
        <p:nvSpPr>
          <p:cNvPr id="23556" name="Rectangle 3"/>
          <p:cNvSpPr>
            <a:spLocks noGrp="1" noChangeArrowheads="1"/>
          </p:cNvSpPr>
          <p:nvPr>
            <p:ph idx="1"/>
          </p:nvPr>
        </p:nvSpPr>
        <p:spPr>
          <a:xfrm>
            <a:off x="395536" y="1340768"/>
            <a:ext cx="8207375" cy="5040312"/>
          </a:xfrm>
        </p:spPr>
        <p:txBody>
          <a:bodyPr/>
          <a:lstStyle/>
          <a:p>
            <a:pPr>
              <a:lnSpc>
                <a:spcPct val="90000"/>
              </a:lnSpc>
            </a:pPr>
            <a:r>
              <a:rPr lang="zh-CN" altLang="en-US" sz="2600" dirty="0" smtClean="0">
                <a:latin typeface="Times New Roman" panose="02020603050405020304" pitchFamily="18" charset="0"/>
                <a:ea typeface="宋体" panose="02010600030101010101" pitchFamily="2" charset="-122"/>
              </a:rPr>
              <a:t>一个</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语言程序必须有且仅有一个名为</a:t>
            </a:r>
            <a:r>
              <a:rPr lang="en-US" altLang="zh-CN" sz="2600" dirty="0" smtClean="0">
                <a:latin typeface="Times New Roman" panose="02020603050405020304" pitchFamily="18" charset="0"/>
                <a:ea typeface="宋体" panose="02010600030101010101" pitchFamily="2" charset="-122"/>
              </a:rPr>
              <a:t>main</a:t>
            </a:r>
            <a:r>
              <a:rPr lang="zh-CN" altLang="en-US" sz="2600" dirty="0" smtClean="0">
                <a:latin typeface="Times New Roman" panose="02020603050405020304" pitchFamily="18" charset="0"/>
                <a:ea typeface="宋体" panose="02010600030101010101" pitchFamily="2" charset="-122"/>
              </a:rPr>
              <a:t>的函数</a:t>
            </a:r>
          </a:p>
          <a:p>
            <a:pPr>
              <a:lnSpc>
                <a:spcPct val="90000"/>
              </a:lnSpc>
            </a:pPr>
            <a:r>
              <a:rPr lang="zh-CN" altLang="en-US" sz="2600" dirty="0" smtClean="0">
                <a:latin typeface="Times New Roman" panose="02020603050405020304" pitchFamily="18" charset="0"/>
                <a:ea typeface="宋体" panose="02010600030101010101" pitchFamily="2" charset="-122"/>
              </a:rPr>
              <a:t>一个</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语言源程序通常存放在一个源程序文件中（单文件程序），也可以分别存放在多个源程序文件中（多文件程序）</a:t>
            </a:r>
          </a:p>
          <a:p>
            <a:pPr>
              <a:lnSpc>
                <a:spcPct val="90000"/>
              </a:lnSpc>
            </a:pPr>
            <a:r>
              <a:rPr lang="zh-CN" altLang="en-US" sz="2600" dirty="0" smtClean="0">
                <a:latin typeface="Times New Roman" panose="02020603050405020304" pitchFamily="18" charset="0"/>
                <a:ea typeface="宋体" panose="02010600030101010101" pitchFamily="2" charset="-122"/>
              </a:rPr>
              <a:t>程序中所有函数（包括</a:t>
            </a:r>
            <a:r>
              <a:rPr lang="en-US" altLang="zh-CN" sz="2600" dirty="0" smtClean="0">
                <a:latin typeface="Times New Roman" panose="02020603050405020304" pitchFamily="18" charset="0"/>
                <a:ea typeface="宋体" panose="02010600030101010101" pitchFamily="2" charset="-122"/>
              </a:rPr>
              <a:t>main</a:t>
            </a:r>
            <a:r>
              <a:rPr lang="zh-CN" altLang="en-US" sz="2600" dirty="0" smtClean="0">
                <a:latin typeface="Times New Roman" panose="02020603050405020304" pitchFamily="18" charset="0"/>
                <a:ea typeface="宋体" panose="02010600030101010101" pitchFamily="2" charset="-122"/>
              </a:rPr>
              <a:t>函数）在源程序文件中安排的位置和顺序是任意的</a:t>
            </a:r>
          </a:p>
          <a:p>
            <a:pPr>
              <a:lnSpc>
                <a:spcPct val="90000"/>
              </a:lnSpc>
            </a:pPr>
            <a:r>
              <a:rPr lang="zh-CN" altLang="en-US" sz="2600" dirty="0" smtClean="0">
                <a:latin typeface="Times New Roman" panose="02020603050405020304" pitchFamily="18" charset="0"/>
                <a:ea typeface="宋体" panose="02010600030101010101" pitchFamily="2" charset="-122"/>
              </a:rPr>
              <a:t>一个函数必须完整地包含在一个文件中，不允许跨文件存放</a:t>
            </a:r>
          </a:p>
          <a:p>
            <a:pPr>
              <a:lnSpc>
                <a:spcPct val="90000"/>
              </a:lnSpc>
            </a:pPr>
            <a:r>
              <a:rPr lang="zh-CN" altLang="en-US" sz="2600" dirty="0" smtClean="0">
                <a:latin typeface="Times New Roman" panose="02020603050405020304" pitchFamily="18" charset="0"/>
                <a:ea typeface="宋体" panose="02010600030101010101" pitchFamily="2" charset="-122"/>
              </a:rPr>
              <a:t>不同的</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编译系统对源程序文件的扩展名要求不同，大多数</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编译器要求源程序文件必须以“</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作为后缀。</a:t>
            </a:r>
          </a:p>
          <a:p>
            <a:pPr>
              <a:lnSpc>
                <a:spcPct val="90000"/>
              </a:lnSpc>
            </a:pPr>
            <a:r>
              <a:rPr lang="zh-CN" altLang="en-US" sz="2600" dirty="0" smtClean="0">
                <a:latin typeface="Times New Roman" panose="02020603050405020304" pitchFamily="18" charset="0"/>
                <a:ea typeface="宋体" panose="02010600030101010101" pitchFamily="2" charset="-122"/>
              </a:rPr>
              <a:t>一个</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源程序文件是</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源程序的一个程序模块，</a:t>
            </a:r>
            <a:r>
              <a:rPr lang="en-US" altLang="zh-CN" sz="2600" dirty="0" smtClean="0">
                <a:latin typeface="Times New Roman" panose="02020603050405020304" pitchFamily="18" charset="0"/>
                <a:ea typeface="宋体" panose="02010600030101010101" pitchFamily="2" charset="-122"/>
              </a:rPr>
              <a:t>C</a:t>
            </a:r>
            <a:r>
              <a:rPr lang="zh-CN" altLang="en-US" sz="2600" dirty="0" smtClean="0">
                <a:latin typeface="Times New Roman" panose="02020603050405020304" pitchFamily="18" charset="0"/>
                <a:ea typeface="宋体" panose="02010600030101010101" pitchFamily="2" charset="-122"/>
              </a:rPr>
              <a:t>编译程序总是以源程序文件为单位编译。</a:t>
            </a:r>
          </a:p>
        </p:txBody>
      </p:sp>
      <p:sp>
        <p:nvSpPr>
          <p:cNvPr id="235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1BE23BD6-5AB7-41BD-8AC1-47A1D867B760}" type="slidenum">
              <a:rPr lang="en-US" altLang="en-US" sz="1000" b="0"/>
              <a:pPr>
                <a:spcBef>
                  <a:spcPct val="0"/>
                </a:spcBef>
                <a:buClrTx/>
                <a:buSzTx/>
                <a:buFontTx/>
                <a:buNone/>
              </a:pPr>
              <a:t>14</a:t>
            </a:fld>
            <a:endParaRPr lang="en-US" altLang="en-US" sz="1000" b="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683568" y="476672"/>
            <a:ext cx="6768752" cy="404813"/>
          </a:xfrm>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语言源程序的结构与执行</a:t>
            </a:r>
          </a:p>
        </p:txBody>
      </p:sp>
      <p:sp>
        <p:nvSpPr>
          <p:cNvPr id="25604" name="Rectangle 3"/>
          <p:cNvSpPr>
            <a:spLocks noGrp="1" noChangeArrowheads="1"/>
          </p:cNvSpPr>
          <p:nvPr>
            <p:ph idx="1"/>
          </p:nvPr>
        </p:nvSpPr>
        <p:spPr>
          <a:xfrm>
            <a:off x="468313" y="2348880"/>
            <a:ext cx="8207375" cy="4248770"/>
          </a:xfrm>
        </p:spPr>
        <p:txBody>
          <a:bodyPr/>
          <a:lstStyle/>
          <a:p>
            <a:r>
              <a:rPr lang="en-US" altLang="zh-CN" dirty="0" smtClean="0">
                <a:latin typeface="Times New Roman" panose="02020603050405020304" pitchFamily="18" charset="0"/>
                <a:ea typeface="宋体" panose="02010600030101010101" pitchFamily="2" charset="-122"/>
              </a:rPr>
              <a:t>C</a:t>
            </a:r>
            <a:r>
              <a:rPr lang="zh-CN" altLang="en-US" dirty="0" smtClean="0">
                <a:latin typeface="Times New Roman" panose="02020603050405020304" pitchFamily="18" charset="0"/>
                <a:ea typeface="宋体" panose="02010600030101010101" pitchFamily="2" charset="-122"/>
              </a:rPr>
              <a:t>语言程序总是从</a:t>
            </a:r>
            <a:r>
              <a:rPr lang="en-US" altLang="zh-CN" dirty="0" smtClean="0">
                <a:latin typeface="Times New Roman" panose="02020603050405020304" pitchFamily="18" charset="0"/>
                <a:ea typeface="宋体" panose="02010600030101010101" pitchFamily="2" charset="-122"/>
              </a:rPr>
              <a:t>main</a:t>
            </a:r>
            <a:r>
              <a:rPr lang="zh-CN" altLang="en-US" dirty="0" smtClean="0">
                <a:latin typeface="Times New Roman" panose="02020603050405020304" pitchFamily="18" charset="0"/>
                <a:ea typeface="宋体" panose="02010600030101010101" pitchFamily="2" charset="-122"/>
              </a:rPr>
              <a:t>函数的第一条语句开始执行 </a:t>
            </a:r>
          </a:p>
          <a:p>
            <a:r>
              <a:rPr lang="en-US" altLang="zh-CN" dirty="0" smtClean="0">
                <a:latin typeface="Times New Roman" panose="02020603050405020304" pitchFamily="18" charset="0"/>
                <a:ea typeface="宋体" panose="02010600030101010101" pitchFamily="2" charset="-122"/>
              </a:rPr>
              <a:t>C</a:t>
            </a:r>
            <a:r>
              <a:rPr lang="zh-CN" altLang="en-US" dirty="0" smtClean="0">
                <a:latin typeface="Times New Roman" panose="02020603050405020304" pitchFamily="18" charset="0"/>
                <a:ea typeface="宋体" panose="02010600030101010101" pitchFamily="2" charset="-122"/>
              </a:rPr>
              <a:t>语言程序中所有其他函数都可以相互调用</a:t>
            </a:r>
          </a:p>
          <a:p>
            <a:pPr lvl="1"/>
            <a:r>
              <a:rPr lang="zh-CN" altLang="en-US" dirty="0" smtClean="0">
                <a:latin typeface="Times New Roman" panose="02020603050405020304" pitchFamily="18" charset="0"/>
                <a:ea typeface="宋体" panose="02010600030101010101" pitchFamily="2" charset="-122"/>
              </a:rPr>
              <a:t>一个函数也允许自己调用自己</a:t>
            </a:r>
          </a:p>
          <a:p>
            <a:pPr lvl="1"/>
            <a:r>
              <a:rPr lang="zh-CN" altLang="en-US" dirty="0" smtClean="0">
                <a:latin typeface="Times New Roman" panose="02020603050405020304" pitchFamily="18" charset="0"/>
                <a:ea typeface="宋体" panose="02010600030101010101" pitchFamily="2" charset="-122"/>
              </a:rPr>
              <a:t>可以调用由</a:t>
            </a:r>
            <a:r>
              <a:rPr lang="en-US" altLang="zh-CN" dirty="0" smtClean="0">
                <a:latin typeface="Times New Roman" panose="02020603050405020304" pitchFamily="18" charset="0"/>
                <a:ea typeface="宋体" panose="02010600030101010101" pitchFamily="2" charset="-122"/>
              </a:rPr>
              <a:t>C</a:t>
            </a:r>
            <a:r>
              <a:rPr lang="zh-CN" altLang="en-US" dirty="0" smtClean="0">
                <a:latin typeface="Times New Roman" panose="02020603050405020304" pitchFamily="18" charset="0"/>
                <a:ea typeface="宋体" panose="02010600030101010101" pitchFamily="2" charset="-122"/>
              </a:rPr>
              <a:t>编译系统定义的库函数及用户自己定义的库函数。</a:t>
            </a:r>
          </a:p>
          <a:p>
            <a:r>
              <a:rPr lang="zh-CN" altLang="en-US" dirty="0" smtClean="0">
                <a:latin typeface="Times New Roman" panose="02020603050405020304" pitchFamily="18" charset="0"/>
                <a:ea typeface="宋体" panose="02010600030101010101" pitchFamily="2" charset="-122"/>
              </a:rPr>
              <a:t>整个程序的执行结束</a:t>
            </a:r>
          </a:p>
          <a:p>
            <a:pPr lvl="1"/>
            <a:r>
              <a:rPr lang="zh-CN" altLang="en-US" dirty="0" smtClean="0">
                <a:latin typeface="Times New Roman" panose="02020603050405020304" pitchFamily="18" charset="0"/>
                <a:ea typeface="宋体" panose="02010600030101010101" pitchFamily="2" charset="-122"/>
              </a:rPr>
              <a:t>在正常情况下，</a:t>
            </a:r>
            <a:r>
              <a:rPr lang="en-US" altLang="zh-CN" dirty="0" smtClean="0">
                <a:latin typeface="Times New Roman" panose="02020603050405020304" pitchFamily="18" charset="0"/>
                <a:ea typeface="宋体" panose="02010600030101010101" pitchFamily="2" charset="-122"/>
              </a:rPr>
              <a:t>main</a:t>
            </a:r>
            <a:r>
              <a:rPr lang="zh-CN" altLang="en-US" dirty="0" smtClean="0">
                <a:latin typeface="Times New Roman" panose="02020603050405020304" pitchFamily="18" charset="0"/>
                <a:ea typeface="宋体" panose="02010600030101010101" pitchFamily="2" charset="-122"/>
              </a:rPr>
              <a:t>函数执行完毕</a:t>
            </a:r>
          </a:p>
          <a:p>
            <a:pPr lvl="1"/>
            <a:r>
              <a:rPr lang="zh-CN" altLang="en-US" dirty="0" smtClean="0">
                <a:latin typeface="Times New Roman" panose="02020603050405020304" pitchFamily="18" charset="0"/>
                <a:ea typeface="宋体" panose="02010600030101010101" pitchFamily="2" charset="-122"/>
              </a:rPr>
              <a:t>执行过程中发生各种错误，提前结束程序运行</a:t>
            </a:r>
          </a:p>
        </p:txBody>
      </p:sp>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5D941B78-3C27-4596-BA5E-A8C5731F94AB}" type="slidenum">
              <a:rPr lang="en-US" altLang="en-US" sz="1000" b="0"/>
              <a:pPr>
                <a:spcBef>
                  <a:spcPct val="0"/>
                </a:spcBef>
                <a:buClrTx/>
                <a:buSzTx/>
                <a:buFontTx/>
                <a:buNone/>
              </a:pPr>
              <a:t>15</a:t>
            </a:fld>
            <a:endParaRPr lang="en-US" altLang="en-US" sz="1000" b="0"/>
          </a:p>
        </p:txBody>
      </p:sp>
      <p:sp>
        <p:nvSpPr>
          <p:cNvPr id="25605" name="Rectangle 4"/>
          <p:cNvSpPr>
            <a:spLocks noChangeArrowheads="1"/>
          </p:cNvSpPr>
          <p:nvPr/>
        </p:nvSpPr>
        <p:spPr bwMode="auto">
          <a:xfrm>
            <a:off x="1979712" y="1484784"/>
            <a:ext cx="36941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eaLnBrk="1" hangingPunct="1">
              <a:spcBef>
                <a:spcPct val="0"/>
              </a:spcBef>
              <a:buClrTx/>
              <a:buSzTx/>
              <a:buFontTx/>
              <a:buNone/>
            </a:pPr>
            <a:r>
              <a:rPr lang="en-US" altLang="zh-CN" sz="2800" dirty="0">
                <a:solidFill>
                  <a:schemeClr val="tx2"/>
                </a:solidFill>
              </a:rPr>
              <a:t>2. C</a:t>
            </a:r>
            <a:r>
              <a:rPr lang="zh-CN" altLang="en-US" sz="2800" dirty="0">
                <a:solidFill>
                  <a:schemeClr val="tx2"/>
                </a:solidFill>
              </a:rPr>
              <a:t>语言源程序的执行</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971600" y="332656"/>
            <a:ext cx="5616575" cy="576262"/>
          </a:xfrm>
        </p:spPr>
        <p:txBody>
          <a:bodyPr/>
          <a:lstStyle/>
          <a:p>
            <a:r>
              <a:rPr lang="en-US" altLang="zh-CN" sz="3600" dirty="0" smtClean="0">
                <a:latin typeface="Times New Roman" panose="02020603050405020304" pitchFamily="18" charset="0"/>
                <a:ea typeface="宋体" panose="02010600030101010101" pitchFamily="2" charset="-122"/>
              </a:rPr>
              <a:t>1.2 C</a:t>
            </a:r>
            <a:r>
              <a:rPr lang="zh-CN" altLang="en-US" sz="3600" dirty="0" smtClean="0">
                <a:latin typeface="Times New Roman" panose="02020603050405020304" pitchFamily="18" charset="0"/>
                <a:ea typeface="宋体" panose="02010600030101010101" pitchFamily="2" charset="-122"/>
              </a:rPr>
              <a:t>语言程序例</a:t>
            </a:r>
          </a:p>
        </p:txBody>
      </p:sp>
      <p:sp>
        <p:nvSpPr>
          <p:cNvPr id="28676" name="Rectangle 3"/>
          <p:cNvSpPr>
            <a:spLocks noGrp="1" noChangeArrowheads="1"/>
          </p:cNvSpPr>
          <p:nvPr>
            <p:ph idx="1"/>
          </p:nvPr>
        </p:nvSpPr>
        <p:spPr>
          <a:xfrm>
            <a:off x="323528" y="1268760"/>
            <a:ext cx="8229600" cy="5111750"/>
          </a:xfrm>
        </p:spPr>
        <p:txBody>
          <a:bodyPr/>
          <a:lstStyle/>
          <a:p>
            <a:pPr>
              <a:lnSpc>
                <a:spcPct val="90000"/>
              </a:lnSpc>
            </a:pPr>
            <a:r>
              <a:rPr lang="en-US" altLang="zh-CN" sz="2400" dirty="0" smtClean="0">
                <a:latin typeface="Times New Roman" panose="02020603050405020304" pitchFamily="18" charset="0"/>
                <a:ea typeface="宋体" panose="02010600030101010101" pitchFamily="2" charset="-122"/>
              </a:rPr>
              <a:t>C</a:t>
            </a:r>
            <a:r>
              <a:rPr lang="zh-CN" altLang="en-US" sz="2400" dirty="0" smtClean="0">
                <a:latin typeface="Times New Roman" panose="02020603050405020304" pitchFamily="18" charset="0"/>
                <a:ea typeface="宋体" panose="02010600030101010101" pitchFamily="2" charset="-122"/>
              </a:rPr>
              <a:t>语言程序中注释的一般表示形式是：</a:t>
            </a:r>
          </a:p>
          <a:p>
            <a:pPr>
              <a:lnSpc>
                <a:spcPct val="90000"/>
              </a:lnSpc>
            </a:pPr>
            <a:r>
              <a:rPr lang="zh-CN" altLang="en-US"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rPr>
              <a:t>注释内容</a:t>
            </a:r>
            <a:r>
              <a:rPr lang="en-US" altLang="zh-CN" sz="2400" dirty="0" smtClean="0">
                <a:latin typeface="Times New Roman" panose="02020603050405020304" pitchFamily="18" charset="0"/>
                <a:ea typeface="宋体" panose="02010600030101010101" pitchFamily="2" charset="-122"/>
              </a:rPr>
              <a:t>……  */</a:t>
            </a:r>
          </a:p>
          <a:p>
            <a:pPr>
              <a:lnSpc>
                <a:spcPct val="90000"/>
              </a:lnSpc>
            </a:pPr>
            <a:r>
              <a:rPr lang="en-US" altLang="zh-CN" sz="24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rPr>
              <a:t>注释内容可以占用若干书写行，只要以“</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开头、用“*</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结束。</a:t>
            </a:r>
            <a:r>
              <a:rPr lang="en-US" altLang="zh-CN" sz="2400" dirty="0" smtClean="0">
                <a:latin typeface="Times New Roman" panose="02020603050405020304" pitchFamily="18" charset="0"/>
                <a:ea typeface="宋体" panose="02010600030101010101" pitchFamily="2" charset="-122"/>
              </a:rPr>
              <a:t>C89</a:t>
            </a:r>
            <a:r>
              <a:rPr lang="zh-CN" altLang="en-US" sz="2400" dirty="0" smtClean="0">
                <a:latin typeface="Times New Roman" panose="02020603050405020304" pitchFamily="18" charset="0"/>
                <a:ea typeface="宋体" panose="02010600030101010101" pitchFamily="2" charset="-122"/>
              </a:rPr>
              <a:t>或</a:t>
            </a:r>
            <a:r>
              <a:rPr lang="en-US" altLang="zh-CN" sz="2400" dirty="0" smtClean="0">
                <a:latin typeface="Times New Roman" panose="02020603050405020304" pitchFamily="18" charset="0"/>
                <a:ea typeface="宋体" panose="02010600030101010101" pitchFamily="2" charset="-122"/>
              </a:rPr>
              <a:t>C99</a:t>
            </a:r>
            <a:r>
              <a:rPr lang="zh-CN" altLang="en-US" sz="2400" dirty="0" smtClean="0">
                <a:latin typeface="Times New Roman" panose="02020603050405020304" pitchFamily="18" charset="0"/>
                <a:ea typeface="宋体" panose="02010600030101010101" pitchFamily="2" charset="-122"/>
              </a:rPr>
              <a:t>都规定</a:t>
            </a:r>
            <a:r>
              <a:rPr lang="en-US" altLang="zh-CN" sz="2400" dirty="0" smtClean="0">
                <a:latin typeface="Times New Roman" panose="02020603050405020304" pitchFamily="18" charset="0"/>
                <a:ea typeface="宋体" panose="02010600030101010101" pitchFamily="2" charset="-122"/>
              </a:rPr>
              <a:t>C</a:t>
            </a:r>
            <a:r>
              <a:rPr lang="zh-CN" altLang="en-US" sz="2400" dirty="0" smtClean="0">
                <a:latin typeface="Times New Roman" panose="02020603050405020304" pitchFamily="18" charset="0"/>
                <a:ea typeface="宋体" panose="02010600030101010101" pitchFamily="2" charset="-122"/>
              </a:rPr>
              <a:t>语言的注释不能嵌套。如：</a:t>
            </a:r>
          </a:p>
          <a:p>
            <a:pPr>
              <a:lnSpc>
                <a:spcPct val="90000"/>
              </a:lnSpc>
              <a:buFont typeface="Wingdings" panose="05000000000000000000" pitchFamily="2" charset="2"/>
              <a:buNone/>
            </a:pPr>
            <a:r>
              <a:rPr lang="zh-CN" altLang="en-US" sz="2400" dirty="0" smtClean="0">
                <a:solidFill>
                  <a:srgbClr val="0000FF"/>
                </a:solidFill>
                <a:latin typeface="Times New Roman" panose="02020603050405020304" pitchFamily="18" charset="0"/>
                <a:ea typeface="宋体" panose="02010600030101010101" pitchFamily="2" charset="-122"/>
              </a:rPr>
              <a:t>    </a:t>
            </a:r>
            <a:r>
              <a:rPr lang="en-US" altLang="zh-CN" sz="2400" dirty="0" smtClean="0">
                <a:solidFill>
                  <a:srgbClr val="0000FF"/>
                </a:solidFill>
                <a:latin typeface="Times New Roman" panose="02020603050405020304" pitchFamily="18" charset="0"/>
                <a:ea typeface="宋体" panose="02010600030101010101" pitchFamily="2" charset="-122"/>
              </a:rPr>
              <a:t>/*</a:t>
            </a:r>
            <a:r>
              <a:rPr lang="en-US" altLang="zh-CN" sz="2400" dirty="0" smtClean="0">
                <a:latin typeface="Times New Roman" panose="02020603050405020304" pitchFamily="18" charset="0"/>
                <a:ea typeface="宋体" panose="02010600030101010101" pitchFamily="2" charset="-122"/>
              </a:rPr>
              <a:t> void </a:t>
            </a:r>
            <a:r>
              <a:rPr lang="en-US" altLang="zh-CN" sz="2400" dirty="0" err="1" smtClean="0">
                <a:latin typeface="Times New Roman" panose="02020603050405020304" pitchFamily="18" charset="0"/>
                <a:ea typeface="宋体" panose="02010600030101010101" pitchFamily="2" charset="-122"/>
              </a:rPr>
              <a:t>func</a:t>
            </a:r>
            <a:r>
              <a:rPr lang="en-US" altLang="zh-CN" sz="2400" dirty="0" smtClean="0">
                <a:latin typeface="Times New Roman" panose="02020603050405020304" pitchFamily="18" charset="0"/>
                <a:ea typeface="宋体" panose="02010600030101010101" pitchFamily="2" charset="-122"/>
              </a:rPr>
              <a:t> (void)</a:t>
            </a:r>
          </a:p>
          <a:p>
            <a:pPr>
              <a:lnSpc>
                <a:spcPct val="90000"/>
              </a:lnSpc>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rPr>
              <a:t>    { </a:t>
            </a:r>
          </a:p>
          <a:p>
            <a:pPr>
              <a:lnSpc>
                <a:spcPct val="90000"/>
              </a:lnSpc>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rPr>
              <a:t>       </a:t>
            </a:r>
            <a:r>
              <a:rPr lang="en-US" altLang="zh-CN" sz="2400" dirty="0" err="1" smtClean="0">
                <a:latin typeface="Times New Roman" panose="02020603050405020304" pitchFamily="18" charset="0"/>
                <a:ea typeface="宋体" panose="02010600030101010101" pitchFamily="2" charset="-122"/>
              </a:rPr>
              <a:t>printf</a:t>
            </a:r>
            <a:r>
              <a:rPr lang="en-US" altLang="zh-CN" sz="2400" dirty="0" smtClean="0">
                <a:latin typeface="Times New Roman" panose="02020603050405020304" pitchFamily="18" charset="0"/>
                <a:ea typeface="宋体" panose="02010600030101010101" pitchFamily="2" charset="-122"/>
              </a:rPr>
              <a:t>(“This is a function\n”);</a:t>
            </a:r>
          </a:p>
          <a:p>
            <a:pPr>
              <a:lnSpc>
                <a:spcPct val="90000"/>
              </a:lnSpc>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rPr>
              <a:t>　</a:t>
            </a:r>
            <a:r>
              <a:rPr lang="en-US" altLang="zh-CN" sz="2400" dirty="0" smtClean="0">
                <a:latin typeface="Times New Roman" panose="02020603050405020304" pitchFamily="18" charset="0"/>
                <a:ea typeface="宋体" panose="02010600030101010101" pitchFamily="2" charset="-122"/>
              </a:rPr>
              <a:t>/* nested comment </a:t>
            </a:r>
            <a:r>
              <a:rPr lang="zh-CN" altLang="en-US" sz="2400" dirty="0" smtClean="0">
                <a:latin typeface="Times New Roman" panose="02020603050405020304" pitchFamily="18" charset="0"/>
                <a:ea typeface="宋体" panose="02010600030101010101" pitchFamily="2" charset="-122"/>
              </a:rPr>
              <a:t>，这种嵌套的注释是错误的！</a:t>
            </a:r>
            <a:r>
              <a:rPr lang="zh-CN" altLang="en-US" sz="2400" dirty="0" smtClean="0">
                <a:solidFill>
                  <a:srgbClr val="0000FF"/>
                </a:solidFill>
                <a:latin typeface="Times New Roman" panose="02020603050405020304" pitchFamily="18" charset="0"/>
                <a:ea typeface="宋体" panose="02010600030101010101" pitchFamily="2" charset="-122"/>
              </a:rPr>
              <a:t>*</a:t>
            </a:r>
            <a:r>
              <a:rPr lang="en-US" altLang="zh-CN" sz="2400" dirty="0" smtClean="0">
                <a:solidFill>
                  <a:srgbClr val="0000FF"/>
                </a:solidFill>
                <a:latin typeface="Times New Roman" panose="02020603050405020304" pitchFamily="18" charset="0"/>
                <a:ea typeface="宋体" panose="02010600030101010101" pitchFamily="2" charset="-122"/>
              </a:rPr>
              <a:t>/</a:t>
            </a:r>
          </a:p>
          <a:p>
            <a:pPr>
              <a:lnSpc>
                <a:spcPct val="90000"/>
              </a:lnSpc>
              <a:buFont typeface="Wingdings" panose="05000000000000000000" pitchFamily="2" charset="2"/>
              <a:buNone/>
            </a:pPr>
            <a:r>
              <a:rPr lang="en-US" altLang="zh-CN" sz="2400" dirty="0" smtClean="0">
                <a:latin typeface="Times New Roman" panose="02020603050405020304" pitchFamily="18" charset="0"/>
                <a:ea typeface="宋体" panose="02010600030101010101" pitchFamily="2" charset="-122"/>
              </a:rPr>
              <a:t>    } */</a:t>
            </a:r>
          </a:p>
          <a:p>
            <a:pPr>
              <a:lnSpc>
                <a:spcPct val="90000"/>
              </a:lnSpc>
            </a:pPr>
            <a:r>
              <a:rPr lang="zh-CN" altLang="en-US" sz="2400" dirty="0" smtClean="0">
                <a:latin typeface="Times New Roman" panose="02020603050405020304" pitchFamily="18" charset="0"/>
                <a:ea typeface="宋体" panose="02010600030101010101" pitchFamily="2" charset="-122"/>
              </a:rPr>
              <a:t>这样的注释是错误的。</a:t>
            </a:r>
          </a:p>
          <a:p>
            <a:pPr>
              <a:lnSpc>
                <a:spcPct val="90000"/>
              </a:lnSpc>
            </a:pPr>
            <a:r>
              <a:rPr lang="en-US" altLang="zh-CN" sz="2400" dirty="0" smtClean="0">
                <a:latin typeface="Times New Roman" panose="02020603050405020304" pitchFamily="18" charset="0"/>
                <a:ea typeface="宋体" panose="02010600030101010101" pitchFamily="2" charset="-122"/>
              </a:rPr>
              <a:t>C99</a:t>
            </a:r>
            <a:r>
              <a:rPr lang="zh-CN" altLang="en-US" sz="2400" dirty="0" smtClean="0">
                <a:latin typeface="Times New Roman" panose="02020603050405020304" pitchFamily="18" charset="0"/>
                <a:ea typeface="宋体" panose="02010600030101010101" pitchFamily="2" charset="-122"/>
              </a:rPr>
              <a:t>中还允许使用以连续两个斜杠字符（</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）开头的注释形式。即“</a:t>
            </a:r>
            <a:r>
              <a:rPr lang="en-US" altLang="zh-CN" sz="2400" dirty="0" smtClean="0">
                <a:latin typeface="Times New Roman" panose="02020603050405020304" pitchFamily="18" charset="0"/>
                <a:ea typeface="宋体" panose="02010600030101010101" pitchFamily="2" charset="-122"/>
              </a:rPr>
              <a:t>// ……</a:t>
            </a:r>
            <a:r>
              <a:rPr lang="zh-CN" altLang="en-US" sz="2400" dirty="0" smtClean="0">
                <a:latin typeface="Times New Roman" panose="02020603050405020304" pitchFamily="18" charset="0"/>
                <a:ea typeface="宋体" panose="02010600030101010101" pitchFamily="2" charset="-122"/>
              </a:rPr>
              <a:t>注释内容</a:t>
            </a:r>
            <a:r>
              <a:rPr lang="en-US" altLang="zh-CN" sz="2400" dirty="0" smtClean="0">
                <a:latin typeface="Times New Roman" panose="02020603050405020304" pitchFamily="18" charset="0"/>
                <a:ea typeface="宋体" panose="02010600030101010101" pitchFamily="2" charset="-122"/>
              </a:rPr>
              <a:t>……”</a:t>
            </a:r>
            <a:r>
              <a:rPr lang="zh-CN" altLang="en-US" sz="2400" dirty="0" smtClean="0">
                <a:latin typeface="Times New Roman" panose="02020603050405020304" pitchFamily="18" charset="0"/>
                <a:ea typeface="宋体" panose="02010600030101010101" pitchFamily="2" charset="-122"/>
              </a:rPr>
              <a:t>。但是这种注释被限制在一行内。 </a:t>
            </a:r>
          </a:p>
        </p:txBody>
      </p:sp>
      <p:sp>
        <p:nvSpPr>
          <p:cNvPr id="286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b="1">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b="1">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b="1">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b="1">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b="1">
                <a:solidFill>
                  <a:schemeClr val="tx1"/>
                </a:solidFill>
                <a:latin typeface="Arial" panose="020B0604020202020204" pitchFamily="34" charset="0"/>
              </a:defRPr>
            </a:lvl9pPr>
          </a:lstStyle>
          <a:p>
            <a:pPr>
              <a:spcBef>
                <a:spcPct val="0"/>
              </a:spcBef>
              <a:buClrTx/>
              <a:buSzTx/>
              <a:buFontTx/>
              <a:buNone/>
            </a:pPr>
            <a:fld id="{FA64E012-5075-4220-B6C7-6DCFFAF3385F}" type="slidenum">
              <a:rPr lang="en-US" altLang="en-US" sz="1000" b="0"/>
              <a:pPr>
                <a:spcBef>
                  <a:spcPct val="0"/>
                </a:spcBef>
                <a:buClrTx/>
                <a:buSzTx/>
                <a:buFontTx/>
                <a:buNone/>
              </a:pPr>
              <a:t>16</a:t>
            </a:fld>
            <a:endParaRPr lang="en-US" altLang="en-US" sz="1000" b="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演示文稿">
  <a:themeElements>
    <a:clrScheme name="1_演示文稿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演示文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演示文稿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演示文稿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演示文稿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演示文稿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演示文稿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演示文稿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演示文稿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演示文稿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演示文稿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演示文稿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ju">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2229</TotalTime>
  <Words>1220</Words>
  <Application>Microsoft Office PowerPoint</Application>
  <PresentationFormat>全屏显示(4:3)</PresentationFormat>
  <Paragraphs>179</Paragraphs>
  <Slides>16</Slides>
  <Notes>2</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16</vt:i4>
      </vt:variant>
    </vt:vector>
  </HeadingPairs>
  <TitlesOfParts>
    <vt:vector size="28" baseType="lpstr">
      <vt:lpstr>方正琥珀简体</vt:lpstr>
      <vt:lpstr>黑体</vt:lpstr>
      <vt:lpstr>楷体</vt:lpstr>
      <vt:lpstr>楷体_GB2312</vt:lpstr>
      <vt:lpstr>宋体</vt:lpstr>
      <vt:lpstr>Arial</vt:lpstr>
      <vt:lpstr>Calibri</vt:lpstr>
      <vt:lpstr>Marlett</vt:lpstr>
      <vt:lpstr>Times New Roman</vt:lpstr>
      <vt:lpstr>Wingdings</vt:lpstr>
      <vt:lpstr>1_演示文稿</vt:lpstr>
      <vt:lpstr>nju</vt:lpstr>
      <vt:lpstr>C语言程序设计</vt:lpstr>
      <vt:lpstr>计算思维入门</vt:lpstr>
      <vt:lpstr>计算思维入门</vt:lpstr>
      <vt:lpstr>学习这门课程的目标</vt:lpstr>
      <vt:lpstr>第1章  C程序设计概述</vt:lpstr>
      <vt:lpstr>1.1 程序设计语言</vt:lpstr>
      <vt:lpstr>1.1程序设计语言</vt:lpstr>
      <vt:lpstr>1.1 程序设计语言</vt:lpstr>
      <vt:lpstr>1.1程序设计语言</vt:lpstr>
      <vt:lpstr>1.2  C语言概述</vt:lpstr>
      <vt:lpstr>1.2 C语言源程序的结构与执行</vt:lpstr>
      <vt:lpstr>1.2 C语言程序例</vt:lpstr>
      <vt:lpstr>1.2 C语言程序例</vt:lpstr>
      <vt:lpstr>1.2 C语言源程序的结构与执行</vt:lpstr>
      <vt:lpstr>1.2 C语言源程序的结构与执行</vt:lpstr>
      <vt:lpstr>1.2 C语言程序例</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dc:title>
  <dc:creator>《C语言程序设计教程》编委会</dc:creator>
  <cp:lastModifiedBy>wind</cp:lastModifiedBy>
  <cp:revision>155</cp:revision>
  <dcterms:created xsi:type="dcterms:W3CDTF">2009-12-11T02:45:40Z</dcterms:created>
  <dcterms:modified xsi:type="dcterms:W3CDTF">2022-02-14T01:20:37Z</dcterms:modified>
</cp:coreProperties>
</file>